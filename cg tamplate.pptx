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7" r:id="rId2"/>
    <p:sldId id="2134808552" r:id="rId3"/>
    <p:sldId id="2134808553" r:id="rId4"/>
    <p:sldId id="2134808554" r:id="rId5"/>
    <p:sldId id="2134808555" r:id="rId6"/>
    <p:sldId id="2134808547" r:id="rId7"/>
  </p:sldIdLst>
  <p:sldSz cx="12192000" cy="6858000"/>
  <p:notesSz cx="6858000" cy="9144000"/>
  <p:defaultTextStyle>
    <a:defPPr>
      <a:defRPr lang="en-US"/>
    </a:defPPr>
    <a:lvl1pPr marL="0" algn="l" defTabSz="1365306" rtl="0" eaLnBrk="1" latinLnBrk="0" hangingPunct="1">
      <a:defRPr sz="2800" kern="1200">
        <a:solidFill>
          <a:schemeClr val="tx1"/>
        </a:solidFill>
        <a:latin typeface="+mn-lt"/>
        <a:ea typeface="+mn-ea"/>
        <a:cs typeface="+mn-cs"/>
      </a:defRPr>
    </a:lvl1pPr>
    <a:lvl2pPr marL="682652" algn="l" defTabSz="1365306" rtl="0" eaLnBrk="1" latinLnBrk="0" hangingPunct="1">
      <a:defRPr sz="2800" kern="1200">
        <a:solidFill>
          <a:schemeClr val="tx1"/>
        </a:solidFill>
        <a:latin typeface="+mn-lt"/>
        <a:ea typeface="+mn-ea"/>
        <a:cs typeface="+mn-cs"/>
      </a:defRPr>
    </a:lvl2pPr>
    <a:lvl3pPr marL="1365306" algn="l" defTabSz="1365306" rtl="0" eaLnBrk="1" latinLnBrk="0" hangingPunct="1">
      <a:defRPr sz="2800" kern="1200">
        <a:solidFill>
          <a:schemeClr val="tx1"/>
        </a:solidFill>
        <a:latin typeface="+mn-lt"/>
        <a:ea typeface="+mn-ea"/>
        <a:cs typeface="+mn-cs"/>
      </a:defRPr>
    </a:lvl3pPr>
    <a:lvl4pPr marL="2047958" algn="l" defTabSz="1365306" rtl="0" eaLnBrk="1" latinLnBrk="0" hangingPunct="1">
      <a:defRPr sz="2800" kern="1200">
        <a:solidFill>
          <a:schemeClr val="tx1"/>
        </a:solidFill>
        <a:latin typeface="+mn-lt"/>
        <a:ea typeface="+mn-ea"/>
        <a:cs typeface="+mn-cs"/>
      </a:defRPr>
    </a:lvl4pPr>
    <a:lvl5pPr marL="2730612" algn="l" defTabSz="1365306" rtl="0" eaLnBrk="1" latinLnBrk="0" hangingPunct="1">
      <a:defRPr sz="2800" kern="1200">
        <a:solidFill>
          <a:schemeClr val="tx1"/>
        </a:solidFill>
        <a:latin typeface="+mn-lt"/>
        <a:ea typeface="+mn-ea"/>
        <a:cs typeface="+mn-cs"/>
      </a:defRPr>
    </a:lvl5pPr>
    <a:lvl6pPr marL="3413266" algn="l" defTabSz="1365306" rtl="0" eaLnBrk="1" latinLnBrk="0" hangingPunct="1">
      <a:defRPr sz="2800" kern="1200">
        <a:solidFill>
          <a:schemeClr val="tx1"/>
        </a:solidFill>
        <a:latin typeface="+mn-lt"/>
        <a:ea typeface="+mn-ea"/>
        <a:cs typeface="+mn-cs"/>
      </a:defRPr>
    </a:lvl6pPr>
    <a:lvl7pPr marL="4095918" algn="l" defTabSz="1365306" rtl="0" eaLnBrk="1" latinLnBrk="0" hangingPunct="1">
      <a:defRPr sz="2800" kern="1200">
        <a:solidFill>
          <a:schemeClr val="tx1"/>
        </a:solidFill>
        <a:latin typeface="+mn-lt"/>
        <a:ea typeface="+mn-ea"/>
        <a:cs typeface="+mn-cs"/>
      </a:defRPr>
    </a:lvl7pPr>
    <a:lvl8pPr marL="4778572" algn="l" defTabSz="1365306" rtl="0" eaLnBrk="1" latinLnBrk="0" hangingPunct="1">
      <a:defRPr sz="2800" kern="1200">
        <a:solidFill>
          <a:schemeClr val="tx1"/>
        </a:solidFill>
        <a:latin typeface="+mn-lt"/>
        <a:ea typeface="+mn-ea"/>
        <a:cs typeface="+mn-cs"/>
      </a:defRPr>
    </a:lvl8pPr>
    <a:lvl9pPr marL="5461224" algn="l" defTabSz="1365306"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32"/>
      </p:cViewPr>
      <p:guideLst/>
    </p:cSldViewPr>
  </p:slideViewPr>
  <p:notesTextViewPr>
    <p:cViewPr>
      <p:scale>
        <a:sx n="1" d="1"/>
        <a:sy n="1" d="1"/>
      </p:scale>
      <p:origin x="0" y="0"/>
    </p:cViewPr>
  </p:notesTextViewPr>
  <p:notesViewPr>
    <p:cSldViewPr snapToGrid="0">
      <p:cViewPr varScale="1">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8A523-5457-4AC5-A6EC-597EA64EFFFB}" type="datetimeFigureOut">
              <a:rPr lang="en-IN" smtClean="0"/>
              <a:t>13-11-2025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ECE85E-A7ED-424C-A14E-12AF7979937D}" type="slidenum">
              <a:rPr lang="en-IN" smtClean="0"/>
              <a:t>‹#›</a:t>
            </a:fld>
            <a:endParaRPr lang="en-IN"/>
          </a:p>
        </p:txBody>
      </p:sp>
    </p:spTree>
    <p:extLst>
      <p:ext uri="{BB962C8B-B14F-4D97-AF65-F5344CB8AC3E}">
        <p14:creationId xmlns:p14="http://schemas.microsoft.com/office/powerpoint/2010/main" val="3331256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4.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5.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E61AFC-0568-4B14-A066-AF68C1E5571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flipH="1">
            <a:off x="-347869" y="-84165"/>
            <a:ext cx="12191999" cy="6858002"/>
          </a:xfrm>
          <a:prstGeom prst="rect">
            <a:avLst/>
          </a:prstGeom>
        </p:spPr>
      </p:pic>
      <p:sp>
        <p:nvSpPr>
          <p:cNvPr id="22" name="Graphic 2">
            <a:extLst>
              <a:ext uri="{FF2B5EF4-FFF2-40B4-BE49-F238E27FC236}">
                <a16:creationId xmlns:a16="http://schemas.microsoft.com/office/drawing/2014/main" id="{7775DA28-5DEF-4347-B74B-F7DEE133F307}"/>
              </a:ext>
            </a:extLst>
          </p:cNvPr>
          <p:cNvSpPr/>
          <p:nvPr/>
        </p:nvSpPr>
        <p:spPr>
          <a:xfrm rot="16200000" flipH="1">
            <a:off x="4417683" y="1842621"/>
            <a:ext cx="6857999" cy="3172760"/>
          </a:xfrm>
          <a:custGeom>
            <a:avLst/>
            <a:gdLst>
              <a:gd name="connsiteX0" fmla="*/ 5407628 w 5407628"/>
              <a:gd name="connsiteY0" fmla="*/ 817504 h 2454516"/>
              <a:gd name="connsiteX1" fmla="*/ 4223195 w 5407628"/>
              <a:gd name="connsiteY1" fmla="*/ 817504 h 2454516"/>
              <a:gd name="connsiteX2" fmla="*/ 2156555 w 5407628"/>
              <a:gd name="connsiteY2" fmla="*/ 81319 h 2454516"/>
              <a:gd name="connsiteX3" fmla="*/ 0 w 5407628"/>
              <a:gd name="connsiteY3" fmla="*/ 434544 h 2454516"/>
              <a:gd name="connsiteX4" fmla="*/ 0 w 5407628"/>
              <a:gd name="connsiteY4" fmla="*/ 2454516 h 2454516"/>
              <a:gd name="connsiteX5" fmla="*/ 5407628 w 5407628"/>
              <a:gd name="connsiteY5" fmla="*/ 2454516 h 245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7628" h="2454516">
                <a:moveTo>
                  <a:pt x="5407628" y="817504"/>
                </a:moveTo>
                <a:cubicBezTo>
                  <a:pt x="5407628" y="817504"/>
                  <a:pt x="4648200" y="-274280"/>
                  <a:pt x="4223195" y="817504"/>
                </a:cubicBezTo>
                <a:cubicBezTo>
                  <a:pt x="3798189" y="1909289"/>
                  <a:pt x="2809875" y="1300504"/>
                  <a:pt x="2156555" y="81319"/>
                </a:cubicBezTo>
                <a:cubicBezTo>
                  <a:pt x="865918" y="-225448"/>
                  <a:pt x="0" y="434544"/>
                  <a:pt x="0" y="434544"/>
                </a:cubicBezTo>
                <a:lnTo>
                  <a:pt x="0" y="2454516"/>
                </a:lnTo>
                <a:lnTo>
                  <a:pt x="5407628" y="2454516"/>
                </a:lnTo>
                <a:close/>
              </a:path>
            </a:pathLst>
          </a:custGeom>
          <a:solidFill>
            <a:schemeClr val="bg1">
              <a:alpha val="85000"/>
            </a:schemeClr>
          </a:solidFill>
          <a:ln w="9525" cap="flat">
            <a:noFill/>
            <a:prstDash val="solid"/>
            <a:miter/>
          </a:ln>
        </p:spPr>
        <p:txBody>
          <a:bodyPr rtlCol="0" anchor="ctr"/>
          <a:lstStyle/>
          <a:p>
            <a:endParaRPr lang="fr-FR" sz="2800"/>
          </a:p>
        </p:txBody>
      </p:sp>
      <p:sp>
        <p:nvSpPr>
          <p:cNvPr id="21" name="Rectangle 20">
            <a:extLst>
              <a:ext uri="{FF2B5EF4-FFF2-40B4-BE49-F238E27FC236}">
                <a16:creationId xmlns:a16="http://schemas.microsoft.com/office/drawing/2014/main" id="{AE6674BB-B91F-3547-B182-83DF08A7E0E3}"/>
              </a:ext>
            </a:extLst>
          </p:cNvPr>
          <p:cNvSpPr/>
          <p:nvPr/>
        </p:nvSpPr>
        <p:spPr>
          <a:xfrm flipH="1">
            <a:off x="9377774" y="0"/>
            <a:ext cx="281422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00"/>
          </a:p>
        </p:txBody>
      </p:sp>
      <p:sp>
        <p:nvSpPr>
          <p:cNvPr id="58" name="Rectangle 57">
            <a:extLst>
              <a:ext uri="{FF2B5EF4-FFF2-40B4-BE49-F238E27FC236}">
                <a16:creationId xmlns:a16="http://schemas.microsoft.com/office/drawing/2014/main" id="{166D7877-7095-BB4F-8BC3-28278BD4AA75}"/>
              </a:ext>
            </a:extLst>
          </p:cNvPr>
          <p:cNvSpPr/>
          <p:nvPr/>
        </p:nvSpPr>
        <p:spPr>
          <a:xfrm flipH="1">
            <a:off x="7383687" y="0"/>
            <a:ext cx="2002539" cy="6858000"/>
          </a:xfrm>
          <a:prstGeom prst="rect">
            <a:avLst/>
          </a:prstGeom>
          <a:gradFill>
            <a:gsLst>
              <a:gs pos="100000">
                <a:schemeClr val="bg1">
                  <a:alpha val="0"/>
                </a:schemeClr>
              </a:gs>
              <a:gs pos="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00"/>
          </a:p>
        </p:txBody>
      </p:sp>
      <p:sp>
        <p:nvSpPr>
          <p:cNvPr id="46" name="Graphic 78">
            <a:extLst>
              <a:ext uri="{FF2B5EF4-FFF2-40B4-BE49-F238E27FC236}">
                <a16:creationId xmlns:a16="http://schemas.microsoft.com/office/drawing/2014/main" id="{AB31DF30-79BA-4D44-B8FF-877A78C7AC14}"/>
              </a:ext>
            </a:extLst>
          </p:cNvPr>
          <p:cNvSpPr/>
          <p:nvPr/>
        </p:nvSpPr>
        <p:spPr>
          <a:xfrm rot="15725759" flipH="1">
            <a:off x="3731445" y="2593973"/>
            <a:ext cx="6934200" cy="1753131"/>
          </a:xfrm>
          <a:custGeom>
            <a:avLst/>
            <a:gdLst>
              <a:gd name="connsiteX0" fmla="*/ 6955958 w 6955958"/>
              <a:gd name="connsiteY0" fmla="*/ 1033784 h 1753131"/>
              <a:gd name="connsiteX1" fmla="*/ 5432313 w 6955958"/>
              <a:gd name="connsiteY1" fmla="*/ 1033784 h 1753131"/>
              <a:gd name="connsiteX2" fmla="*/ 2773439 w 6955958"/>
              <a:gd name="connsiteY2" fmla="*/ 102833 h 1753131"/>
              <a:gd name="connsiteX3" fmla="*/ 0 w 6955958"/>
              <a:gd name="connsiteY3" fmla="*/ 549507 h 1753131"/>
            </a:gdLst>
            <a:ahLst/>
            <a:cxnLst>
              <a:cxn ang="0">
                <a:pos x="connsiteX0" y="connsiteY0"/>
              </a:cxn>
              <a:cxn ang="0">
                <a:pos x="connsiteX1" y="connsiteY1"/>
              </a:cxn>
              <a:cxn ang="0">
                <a:pos x="connsiteX2" y="connsiteY2"/>
              </a:cxn>
              <a:cxn ang="0">
                <a:pos x="connsiteX3" y="connsiteY3"/>
              </a:cxn>
            </a:cxnLst>
            <a:rect l="l" t="t" r="r" b="b"/>
            <a:pathLst>
              <a:path w="6955958" h="1753131">
                <a:moveTo>
                  <a:pt x="6955958" y="1033784"/>
                </a:moveTo>
                <a:cubicBezTo>
                  <a:pt x="6955958" y="1033784"/>
                  <a:pt x="5978791" y="-346844"/>
                  <a:pt x="5432313" y="1033784"/>
                </a:cubicBezTo>
                <a:cubicBezTo>
                  <a:pt x="4885835" y="2414412"/>
                  <a:pt x="3614476" y="1644566"/>
                  <a:pt x="2773439" y="102833"/>
                </a:cubicBezTo>
                <a:cubicBezTo>
                  <a:pt x="1113909" y="-285093"/>
                  <a:pt x="0" y="549507"/>
                  <a:pt x="0" y="549507"/>
                </a:cubicBezTo>
              </a:path>
            </a:pathLst>
          </a:custGeom>
          <a:noFill/>
          <a:ln w="12242" cap="flat">
            <a:solidFill>
              <a:schemeClr val="accent1"/>
            </a:solidFill>
            <a:prstDash val="solid"/>
            <a:miter/>
          </a:ln>
        </p:spPr>
        <p:txBody>
          <a:bodyPr rtlCol="0" anchor="ctr"/>
          <a:lstStyle/>
          <a:p>
            <a:endParaRPr lang="fr-FR" sz="2800"/>
          </a:p>
        </p:txBody>
      </p:sp>
      <p:graphicFrame>
        <p:nvGraphicFramePr>
          <p:cNvPr id="5" name="Object 4" hidden="1"/>
          <p:cNvGraphicFramePr>
            <a:graphicFrameLocks noChangeAspect="1"/>
          </p:cNvGraphicFramePr>
          <p:nvPr>
            <p:custDataLst>
              <p:tags r:id="rId1"/>
            </p:custDataLst>
          </p:nvPr>
        </p:nvGraphicFramePr>
        <p:xfrm>
          <a:off x="1588" y="1590"/>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90"/>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Placeholder 7">
            <a:extLst>
              <a:ext uri="{FF2B5EF4-FFF2-40B4-BE49-F238E27FC236}">
                <a16:creationId xmlns:a16="http://schemas.microsoft.com/office/drawing/2014/main" id="{313A645B-1DCE-4343-A708-02840C8E74BB}"/>
              </a:ext>
            </a:extLst>
          </p:cNvPr>
          <p:cNvSpPr txBox="1">
            <a:spLocks/>
          </p:cNvSpPr>
          <p:nvPr/>
        </p:nvSpPr>
        <p:spPr>
          <a:xfrm>
            <a:off x="8956873" y="6627404"/>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363"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a:solidFill>
                  <a:schemeClr val="bg2">
                    <a:lumMod val="75000"/>
                  </a:schemeClr>
                </a:solidFill>
                <a:latin typeface="+mn-lt"/>
              </a:rPr>
              <a:t>© Capgemini 2022. All rights reserved.</a:t>
            </a:r>
          </a:p>
        </p:txBody>
      </p:sp>
      <p:pic>
        <p:nvPicPr>
          <p:cNvPr id="10" name="Image 1">
            <a:extLst>
              <a:ext uri="{FF2B5EF4-FFF2-40B4-BE49-F238E27FC236}">
                <a16:creationId xmlns:a16="http://schemas.microsoft.com/office/drawing/2014/main" id="{ADC30B45-5F57-4332-B333-EDACD2A6BC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88332" y="539750"/>
            <a:ext cx="4289461" cy="762000"/>
          </a:xfrm>
          <a:prstGeom prst="rect">
            <a:avLst/>
          </a:prstGeom>
        </p:spPr>
      </p:pic>
      <p:sp>
        <p:nvSpPr>
          <p:cNvPr id="11" name="Title 1">
            <a:extLst>
              <a:ext uri="{FF2B5EF4-FFF2-40B4-BE49-F238E27FC236}">
                <a16:creationId xmlns:a16="http://schemas.microsoft.com/office/drawing/2014/main" id="{C76D8AB9-77B2-41CB-9B5A-962FCBAD1ACC}"/>
              </a:ext>
            </a:extLst>
          </p:cNvPr>
          <p:cNvSpPr>
            <a:spLocks noGrp="1"/>
          </p:cNvSpPr>
          <p:nvPr>
            <p:ph type="ctrTitle"/>
          </p:nvPr>
        </p:nvSpPr>
        <p:spPr>
          <a:xfrm>
            <a:off x="7133167" y="1523999"/>
            <a:ext cx="4917753" cy="1651001"/>
          </a:xfrm>
          <a:solidFill>
            <a:srgbClr val="0070AD"/>
          </a:solidFill>
        </p:spPr>
        <p:txBody>
          <a:bodyPr anchor="b"/>
          <a:lstStyle>
            <a:lvl1pPr algn="l">
              <a:defRPr baseline="0">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1DA8DC8C-9B2F-49C7-AB51-781131292CF5}"/>
              </a:ext>
            </a:extLst>
          </p:cNvPr>
          <p:cNvSpPr>
            <a:spLocks noGrp="1"/>
          </p:cNvSpPr>
          <p:nvPr>
            <p:ph type="body" sz="quarter" idx="10" hasCustomPrompt="1"/>
          </p:nvPr>
        </p:nvSpPr>
        <p:spPr>
          <a:xfrm>
            <a:off x="8255001" y="3259163"/>
            <a:ext cx="3795918" cy="1778001"/>
          </a:xfrm>
          <a:noFill/>
        </p:spPr>
        <p:txBody>
          <a:bodyPr anchor="t" anchorCtr="0"/>
          <a:lstStyle>
            <a:lvl1pPr marL="426640" marR="0" indent="-426640" algn="l" defTabSz="1137709"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a:solidFill>
                  <a:schemeClr val="tx1"/>
                </a:solidFill>
              </a:defRPr>
            </a:lvl1pPr>
          </a:lstStyle>
          <a:p>
            <a:pPr marL="426640" marR="0" lvl="0" indent="-426640" algn="l" defTabSz="1137709"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a:pPr>
            <a:r>
              <a:rPr lang="en-US"/>
              <a:t>Click to add sub-title</a:t>
            </a:r>
          </a:p>
        </p:txBody>
      </p:sp>
    </p:spTree>
    <p:extLst>
      <p:ext uri="{BB962C8B-B14F-4D97-AF65-F5344CB8AC3E}">
        <p14:creationId xmlns:p14="http://schemas.microsoft.com/office/powerpoint/2010/main" val="168385311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p:bg bwMode="gray">
      <p:bgPr>
        <a:solidFill>
          <a:srgbClr val="0070AD"/>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94DAABA-FEC3-4E91-A60A-BFD7A226C03C}"/>
              </a:ext>
            </a:extLst>
          </p:cNvPr>
          <p:cNvSpPr>
            <a:spLocks noGrp="1"/>
          </p:cNvSpPr>
          <p:nvPr>
            <p:ph type="ctrTitle"/>
          </p:nvPr>
        </p:nvSpPr>
        <p:spPr>
          <a:xfrm>
            <a:off x="475202" y="1479375"/>
            <a:ext cx="11241597" cy="2438400"/>
          </a:xfrm>
          <a:noFill/>
        </p:spPr>
        <p:txBody>
          <a:bodyPr anchor="b">
            <a:normAutofit/>
          </a:bodyPr>
          <a:lstStyle>
            <a:lvl1pPr algn="ctr">
              <a:defRPr sz="3667" baseline="0">
                <a:solidFill>
                  <a:schemeClr val="bg1"/>
                </a:solidFill>
                <a:latin typeface="Calibri" panose="020F0502020204030204" pitchFamily="34" charset="0"/>
                <a:cs typeface="Calibri" panose="020F0502020204030204" pitchFamily="34" charset="0"/>
              </a:defRPr>
            </a:lvl1pPr>
          </a:lstStyle>
          <a:p>
            <a:r>
              <a:rPr lang="en-US"/>
              <a:t>Click to edit Master title style</a:t>
            </a:r>
          </a:p>
        </p:txBody>
      </p:sp>
      <p:sp>
        <p:nvSpPr>
          <p:cNvPr id="13" name="Text Placeholder 10">
            <a:extLst>
              <a:ext uri="{FF2B5EF4-FFF2-40B4-BE49-F238E27FC236}">
                <a16:creationId xmlns:a16="http://schemas.microsoft.com/office/drawing/2014/main" id="{F53147EF-ED95-4E64-A75D-90046C85D806}"/>
              </a:ext>
            </a:extLst>
          </p:cNvPr>
          <p:cNvSpPr>
            <a:spLocks noGrp="1"/>
          </p:cNvSpPr>
          <p:nvPr>
            <p:ph type="body" sz="quarter" idx="10" hasCustomPrompt="1"/>
          </p:nvPr>
        </p:nvSpPr>
        <p:spPr>
          <a:xfrm>
            <a:off x="472037" y="4127500"/>
            <a:ext cx="11241597" cy="1333500"/>
          </a:xfrm>
          <a:noFill/>
        </p:spPr>
        <p:txBody>
          <a:bodyPr anchor="t" anchorCtr="0"/>
          <a:lstStyle>
            <a:lvl1pPr marL="0" marR="0" indent="0" algn="ctr" defTabSz="1137709"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strike="noStrike" baseline="0">
                <a:solidFill>
                  <a:schemeClr val="bg1"/>
                </a:solidFill>
                <a:latin typeface="Calibri" panose="020F0502020204030204" pitchFamily="34" charset="0"/>
              </a:defRPr>
            </a:lvl1pPr>
          </a:lstStyle>
          <a:p>
            <a:pPr marL="426640" marR="0" lvl="0" indent="-426640" algn="l" defTabSz="1137709"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a:pPr>
            <a:r>
              <a:rPr lang="en-US"/>
              <a:t>Click to add sub-title</a:t>
            </a:r>
          </a:p>
        </p:txBody>
      </p:sp>
      <p:pic>
        <p:nvPicPr>
          <p:cNvPr id="11" name="Picture 10" descr="Text&#10;&#10;Description automatically generated">
            <a:extLst>
              <a:ext uri="{FF2B5EF4-FFF2-40B4-BE49-F238E27FC236}">
                <a16:creationId xmlns:a16="http://schemas.microsoft.com/office/drawing/2014/main" id="{77DC8471-7E24-4C21-9851-CE70423043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2338" y="315507"/>
            <a:ext cx="2687326" cy="909322"/>
          </a:xfrm>
          <a:prstGeom prst="rect">
            <a:avLst/>
          </a:prstGeom>
        </p:spPr>
      </p:pic>
      <p:pic>
        <p:nvPicPr>
          <p:cNvPr id="5" name="Graphic 4">
            <a:extLst>
              <a:ext uri="{FF2B5EF4-FFF2-40B4-BE49-F238E27FC236}">
                <a16:creationId xmlns:a16="http://schemas.microsoft.com/office/drawing/2014/main" id="{AA53CFFD-21EE-4E6F-AA47-D6BEFD4EEA2E}"/>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620501" y="152840"/>
            <a:ext cx="352559" cy="325334"/>
          </a:xfrm>
          <a:prstGeom prst="rect">
            <a:avLst/>
          </a:prstGeom>
        </p:spPr>
      </p:pic>
      <p:sp>
        <p:nvSpPr>
          <p:cNvPr id="6" name="Text Placeholder 7">
            <a:extLst>
              <a:ext uri="{FF2B5EF4-FFF2-40B4-BE49-F238E27FC236}">
                <a16:creationId xmlns:a16="http://schemas.microsoft.com/office/drawing/2014/main" id="{3EF8E78C-05AF-4214-B1BD-BE0C3004B5AB}"/>
              </a:ext>
            </a:extLst>
          </p:cNvPr>
          <p:cNvSpPr txBox="1">
            <a:spLocks/>
          </p:cNvSpPr>
          <p:nvPr/>
        </p:nvSpPr>
        <p:spPr>
          <a:xfrm>
            <a:off x="9752812" y="6653864"/>
            <a:ext cx="2220248" cy="102593"/>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761970" rtl="0" eaLnBrk="1" fontAlgn="auto" latinLnBrk="0" hangingPunct="1">
              <a:lnSpc>
                <a:spcPct val="100000"/>
              </a:lnSpc>
              <a:spcBef>
                <a:spcPts val="833"/>
              </a:spcBef>
              <a:spcAft>
                <a:spcPts val="0"/>
              </a:spcAft>
              <a:buClrTx/>
              <a:buSzTx/>
              <a:buFont typeface="Arial" panose="020B0604020202020204" pitchFamily="34" charset="0"/>
              <a:buNone/>
              <a:tabLst/>
              <a:defRPr/>
            </a:pPr>
            <a:r>
              <a:rPr lang="en-US" sz="583">
                <a:solidFill>
                  <a:schemeClr val="bg2">
                    <a:lumMod val="75000"/>
                  </a:schemeClr>
                </a:solidFill>
                <a:latin typeface="+mn-lt"/>
              </a:rPr>
              <a:t>© Capgemini 2022. All rights reserved.</a:t>
            </a:r>
          </a:p>
        </p:txBody>
      </p:sp>
    </p:spTree>
    <p:extLst>
      <p:ext uri="{BB962C8B-B14F-4D97-AF65-F5344CB8AC3E}">
        <p14:creationId xmlns:p14="http://schemas.microsoft.com/office/powerpoint/2010/main" val="255909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A4C5C6-D721-432E-BD25-6901B8B05FA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flipH="1">
            <a:off x="0" y="-1"/>
            <a:ext cx="12191999" cy="6858002"/>
          </a:xfrm>
          <a:prstGeom prst="rect">
            <a:avLst/>
          </a:prstGeom>
        </p:spPr>
      </p:pic>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2" name="Object 1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8" name="Freeform 6"/>
          <p:cNvSpPr>
            <a:spLocks/>
          </p:cNvSpPr>
          <p:nvPr/>
        </p:nvSpPr>
        <p:spPr bwMode="auto">
          <a:xfrm>
            <a:off x="3465409" y="0"/>
            <a:ext cx="8725742" cy="6858000"/>
          </a:xfrm>
          <a:custGeom>
            <a:avLst/>
            <a:gdLst/>
            <a:ahLst/>
            <a:cxnLst>
              <a:cxn ang="0">
                <a:pos x="0" y="1904"/>
              </a:cxn>
              <a:cxn ang="0">
                <a:pos x="8" y="1894"/>
              </a:cxn>
              <a:cxn ang="0">
                <a:pos x="20" y="1886"/>
              </a:cxn>
              <a:cxn ang="0">
                <a:pos x="146" y="1832"/>
              </a:cxn>
              <a:cxn ang="0">
                <a:pos x="344" y="1720"/>
              </a:cxn>
              <a:cxn ang="0">
                <a:pos x="484" y="1628"/>
              </a:cxn>
              <a:cxn ang="0">
                <a:pos x="754" y="1430"/>
              </a:cxn>
              <a:cxn ang="0">
                <a:pos x="1094" y="1162"/>
              </a:cxn>
              <a:cxn ang="0">
                <a:pos x="1418" y="906"/>
              </a:cxn>
              <a:cxn ang="0">
                <a:pos x="1766" y="648"/>
              </a:cxn>
              <a:cxn ang="0">
                <a:pos x="2006" y="486"/>
              </a:cxn>
              <a:cxn ang="0">
                <a:pos x="2254" y="338"/>
              </a:cxn>
              <a:cxn ang="0">
                <a:pos x="2390" y="268"/>
              </a:cxn>
              <a:cxn ang="0">
                <a:pos x="2598" y="172"/>
              </a:cxn>
              <a:cxn ang="0">
                <a:pos x="2816" y="92"/>
              </a:cxn>
              <a:cxn ang="0">
                <a:pos x="2996" y="42"/>
              </a:cxn>
              <a:cxn ang="0">
                <a:pos x="3134" y="16"/>
              </a:cxn>
              <a:cxn ang="0">
                <a:pos x="3220" y="6"/>
              </a:cxn>
              <a:cxn ang="0">
                <a:pos x="3336" y="2"/>
              </a:cxn>
              <a:cxn ang="0">
                <a:pos x="3390" y="0"/>
              </a:cxn>
              <a:cxn ang="0">
                <a:pos x="3522" y="0"/>
              </a:cxn>
              <a:cxn ang="0">
                <a:pos x="3590" y="4"/>
              </a:cxn>
              <a:cxn ang="0">
                <a:pos x="3688" y="8"/>
              </a:cxn>
              <a:cxn ang="0">
                <a:pos x="3832" y="34"/>
              </a:cxn>
              <a:cxn ang="0">
                <a:pos x="3974" y="72"/>
              </a:cxn>
              <a:cxn ang="0">
                <a:pos x="4160" y="140"/>
              </a:cxn>
              <a:cxn ang="0">
                <a:pos x="4336" y="228"/>
              </a:cxn>
              <a:cxn ang="0">
                <a:pos x="4448" y="300"/>
              </a:cxn>
              <a:cxn ang="0">
                <a:pos x="4568" y="390"/>
              </a:cxn>
              <a:cxn ang="0">
                <a:pos x="4588" y="414"/>
              </a:cxn>
              <a:cxn ang="0">
                <a:pos x="4592" y="2788"/>
              </a:cxn>
              <a:cxn ang="0">
                <a:pos x="4582" y="2808"/>
              </a:cxn>
              <a:cxn ang="0">
                <a:pos x="4514" y="2862"/>
              </a:cxn>
              <a:cxn ang="0">
                <a:pos x="4354" y="2970"/>
              </a:cxn>
              <a:cxn ang="0">
                <a:pos x="4186" y="3062"/>
              </a:cxn>
              <a:cxn ang="0">
                <a:pos x="4054" y="3122"/>
              </a:cxn>
              <a:cxn ang="0">
                <a:pos x="3828" y="3206"/>
              </a:cxn>
              <a:cxn ang="0">
                <a:pos x="3598" y="3276"/>
              </a:cxn>
              <a:cxn ang="0">
                <a:pos x="3370" y="3334"/>
              </a:cxn>
              <a:cxn ang="0">
                <a:pos x="2920" y="3432"/>
              </a:cxn>
              <a:cxn ang="0">
                <a:pos x="2498" y="3528"/>
              </a:cxn>
              <a:cxn ang="0">
                <a:pos x="2360" y="3566"/>
              </a:cxn>
              <a:cxn ang="0">
                <a:pos x="2144" y="3642"/>
              </a:cxn>
              <a:cxn ang="0">
                <a:pos x="1988" y="3716"/>
              </a:cxn>
              <a:cxn ang="0">
                <a:pos x="1878" y="3782"/>
              </a:cxn>
              <a:cxn ang="0">
                <a:pos x="1858" y="3792"/>
              </a:cxn>
              <a:cxn ang="0">
                <a:pos x="1834" y="3796"/>
              </a:cxn>
              <a:cxn ang="0">
                <a:pos x="432" y="3796"/>
              </a:cxn>
              <a:cxn ang="0">
                <a:pos x="408" y="3774"/>
              </a:cxn>
              <a:cxn ang="0">
                <a:pos x="354" y="3652"/>
              </a:cxn>
              <a:cxn ang="0">
                <a:pos x="258" y="3396"/>
              </a:cxn>
              <a:cxn ang="0">
                <a:pos x="140" y="2988"/>
              </a:cxn>
              <a:cxn ang="0">
                <a:pos x="86" y="2734"/>
              </a:cxn>
              <a:cxn ang="0">
                <a:pos x="44" y="2478"/>
              </a:cxn>
              <a:cxn ang="0">
                <a:pos x="8" y="2154"/>
              </a:cxn>
              <a:cxn ang="0">
                <a:pos x="4" y="2020"/>
              </a:cxn>
              <a:cxn ang="0">
                <a:pos x="2" y="1948"/>
              </a:cxn>
            </a:cxnLst>
            <a:rect l="0" t="0" r="r" b="b"/>
            <a:pathLst>
              <a:path w="4592" h="3796">
                <a:moveTo>
                  <a:pt x="0" y="1924"/>
                </a:moveTo>
                <a:lnTo>
                  <a:pt x="0" y="1924"/>
                </a:lnTo>
                <a:lnTo>
                  <a:pt x="0" y="1904"/>
                </a:lnTo>
                <a:lnTo>
                  <a:pt x="0" y="1904"/>
                </a:lnTo>
                <a:lnTo>
                  <a:pt x="4" y="1898"/>
                </a:lnTo>
                <a:lnTo>
                  <a:pt x="8" y="1894"/>
                </a:lnTo>
                <a:lnTo>
                  <a:pt x="14" y="1890"/>
                </a:lnTo>
                <a:lnTo>
                  <a:pt x="20" y="1886"/>
                </a:lnTo>
                <a:lnTo>
                  <a:pt x="20" y="1886"/>
                </a:lnTo>
                <a:lnTo>
                  <a:pt x="62" y="1870"/>
                </a:lnTo>
                <a:lnTo>
                  <a:pt x="104" y="1850"/>
                </a:lnTo>
                <a:lnTo>
                  <a:pt x="146" y="1832"/>
                </a:lnTo>
                <a:lnTo>
                  <a:pt x="186" y="1810"/>
                </a:lnTo>
                <a:lnTo>
                  <a:pt x="266" y="1766"/>
                </a:lnTo>
                <a:lnTo>
                  <a:pt x="344" y="1720"/>
                </a:lnTo>
                <a:lnTo>
                  <a:pt x="344" y="1720"/>
                </a:lnTo>
                <a:lnTo>
                  <a:pt x="414" y="1674"/>
                </a:lnTo>
                <a:lnTo>
                  <a:pt x="484" y="1628"/>
                </a:lnTo>
                <a:lnTo>
                  <a:pt x="552" y="1580"/>
                </a:lnTo>
                <a:lnTo>
                  <a:pt x="620" y="1530"/>
                </a:lnTo>
                <a:lnTo>
                  <a:pt x="754" y="1430"/>
                </a:lnTo>
                <a:lnTo>
                  <a:pt x="886" y="1328"/>
                </a:lnTo>
                <a:lnTo>
                  <a:pt x="886" y="1328"/>
                </a:lnTo>
                <a:lnTo>
                  <a:pt x="1094" y="1162"/>
                </a:lnTo>
                <a:lnTo>
                  <a:pt x="1304" y="996"/>
                </a:lnTo>
                <a:lnTo>
                  <a:pt x="1304" y="996"/>
                </a:lnTo>
                <a:lnTo>
                  <a:pt x="1418" y="906"/>
                </a:lnTo>
                <a:lnTo>
                  <a:pt x="1532" y="818"/>
                </a:lnTo>
                <a:lnTo>
                  <a:pt x="1648" y="732"/>
                </a:lnTo>
                <a:lnTo>
                  <a:pt x="1766" y="648"/>
                </a:lnTo>
                <a:lnTo>
                  <a:pt x="1766" y="648"/>
                </a:lnTo>
                <a:lnTo>
                  <a:pt x="1886" y="566"/>
                </a:lnTo>
                <a:lnTo>
                  <a:pt x="2006" y="486"/>
                </a:lnTo>
                <a:lnTo>
                  <a:pt x="2128" y="410"/>
                </a:lnTo>
                <a:lnTo>
                  <a:pt x="2190" y="374"/>
                </a:lnTo>
                <a:lnTo>
                  <a:pt x="2254" y="338"/>
                </a:lnTo>
                <a:lnTo>
                  <a:pt x="2254" y="338"/>
                </a:lnTo>
                <a:lnTo>
                  <a:pt x="2322" y="302"/>
                </a:lnTo>
                <a:lnTo>
                  <a:pt x="2390" y="268"/>
                </a:lnTo>
                <a:lnTo>
                  <a:pt x="2458" y="234"/>
                </a:lnTo>
                <a:lnTo>
                  <a:pt x="2528" y="202"/>
                </a:lnTo>
                <a:lnTo>
                  <a:pt x="2598" y="172"/>
                </a:lnTo>
                <a:lnTo>
                  <a:pt x="2670" y="142"/>
                </a:lnTo>
                <a:lnTo>
                  <a:pt x="2742" y="116"/>
                </a:lnTo>
                <a:lnTo>
                  <a:pt x="2816" y="92"/>
                </a:lnTo>
                <a:lnTo>
                  <a:pt x="2816" y="92"/>
                </a:lnTo>
                <a:lnTo>
                  <a:pt x="2906" y="64"/>
                </a:lnTo>
                <a:lnTo>
                  <a:pt x="2996" y="42"/>
                </a:lnTo>
                <a:lnTo>
                  <a:pt x="3042" y="32"/>
                </a:lnTo>
                <a:lnTo>
                  <a:pt x="3088" y="22"/>
                </a:lnTo>
                <a:lnTo>
                  <a:pt x="3134" y="16"/>
                </a:lnTo>
                <a:lnTo>
                  <a:pt x="3182" y="10"/>
                </a:lnTo>
                <a:lnTo>
                  <a:pt x="3182" y="10"/>
                </a:lnTo>
                <a:lnTo>
                  <a:pt x="3220" y="6"/>
                </a:lnTo>
                <a:lnTo>
                  <a:pt x="3258" y="4"/>
                </a:lnTo>
                <a:lnTo>
                  <a:pt x="3336" y="2"/>
                </a:lnTo>
                <a:lnTo>
                  <a:pt x="3336" y="2"/>
                </a:lnTo>
                <a:lnTo>
                  <a:pt x="3364" y="2"/>
                </a:lnTo>
                <a:lnTo>
                  <a:pt x="3378" y="2"/>
                </a:lnTo>
                <a:lnTo>
                  <a:pt x="3390" y="0"/>
                </a:lnTo>
                <a:lnTo>
                  <a:pt x="3390" y="0"/>
                </a:lnTo>
                <a:lnTo>
                  <a:pt x="3522" y="0"/>
                </a:lnTo>
                <a:lnTo>
                  <a:pt x="3522" y="0"/>
                </a:lnTo>
                <a:lnTo>
                  <a:pt x="3538" y="2"/>
                </a:lnTo>
                <a:lnTo>
                  <a:pt x="3556" y="4"/>
                </a:lnTo>
                <a:lnTo>
                  <a:pt x="3590" y="4"/>
                </a:lnTo>
                <a:lnTo>
                  <a:pt x="3590" y="4"/>
                </a:lnTo>
                <a:lnTo>
                  <a:pt x="3640" y="4"/>
                </a:lnTo>
                <a:lnTo>
                  <a:pt x="3688" y="8"/>
                </a:lnTo>
                <a:lnTo>
                  <a:pt x="3736" y="16"/>
                </a:lnTo>
                <a:lnTo>
                  <a:pt x="3784" y="24"/>
                </a:lnTo>
                <a:lnTo>
                  <a:pt x="3832" y="34"/>
                </a:lnTo>
                <a:lnTo>
                  <a:pt x="3880" y="46"/>
                </a:lnTo>
                <a:lnTo>
                  <a:pt x="3974" y="72"/>
                </a:lnTo>
                <a:lnTo>
                  <a:pt x="3974" y="72"/>
                </a:lnTo>
                <a:lnTo>
                  <a:pt x="4038" y="92"/>
                </a:lnTo>
                <a:lnTo>
                  <a:pt x="4100" y="114"/>
                </a:lnTo>
                <a:lnTo>
                  <a:pt x="4160" y="140"/>
                </a:lnTo>
                <a:lnTo>
                  <a:pt x="4220" y="168"/>
                </a:lnTo>
                <a:lnTo>
                  <a:pt x="4278" y="196"/>
                </a:lnTo>
                <a:lnTo>
                  <a:pt x="4336" y="228"/>
                </a:lnTo>
                <a:lnTo>
                  <a:pt x="4392" y="264"/>
                </a:lnTo>
                <a:lnTo>
                  <a:pt x="4448" y="300"/>
                </a:lnTo>
                <a:lnTo>
                  <a:pt x="4448" y="300"/>
                </a:lnTo>
                <a:lnTo>
                  <a:pt x="4508" y="344"/>
                </a:lnTo>
                <a:lnTo>
                  <a:pt x="4568" y="390"/>
                </a:lnTo>
                <a:lnTo>
                  <a:pt x="4568" y="390"/>
                </a:lnTo>
                <a:lnTo>
                  <a:pt x="4576" y="396"/>
                </a:lnTo>
                <a:lnTo>
                  <a:pt x="4582" y="404"/>
                </a:lnTo>
                <a:lnTo>
                  <a:pt x="4588" y="414"/>
                </a:lnTo>
                <a:lnTo>
                  <a:pt x="4592" y="422"/>
                </a:lnTo>
                <a:lnTo>
                  <a:pt x="4592" y="422"/>
                </a:lnTo>
                <a:lnTo>
                  <a:pt x="4592" y="2788"/>
                </a:lnTo>
                <a:lnTo>
                  <a:pt x="4592" y="2788"/>
                </a:lnTo>
                <a:lnTo>
                  <a:pt x="4588" y="2798"/>
                </a:lnTo>
                <a:lnTo>
                  <a:pt x="4582" y="2808"/>
                </a:lnTo>
                <a:lnTo>
                  <a:pt x="4564" y="2824"/>
                </a:lnTo>
                <a:lnTo>
                  <a:pt x="4564" y="2824"/>
                </a:lnTo>
                <a:lnTo>
                  <a:pt x="4514" y="2862"/>
                </a:lnTo>
                <a:lnTo>
                  <a:pt x="4462" y="2900"/>
                </a:lnTo>
                <a:lnTo>
                  <a:pt x="4408" y="2936"/>
                </a:lnTo>
                <a:lnTo>
                  <a:pt x="4354" y="2970"/>
                </a:lnTo>
                <a:lnTo>
                  <a:pt x="4300" y="3002"/>
                </a:lnTo>
                <a:lnTo>
                  <a:pt x="4244" y="3032"/>
                </a:lnTo>
                <a:lnTo>
                  <a:pt x="4186" y="3062"/>
                </a:lnTo>
                <a:lnTo>
                  <a:pt x="4128" y="3090"/>
                </a:lnTo>
                <a:lnTo>
                  <a:pt x="4128" y="3090"/>
                </a:lnTo>
                <a:lnTo>
                  <a:pt x="4054" y="3122"/>
                </a:lnTo>
                <a:lnTo>
                  <a:pt x="3980" y="3152"/>
                </a:lnTo>
                <a:lnTo>
                  <a:pt x="3904" y="3180"/>
                </a:lnTo>
                <a:lnTo>
                  <a:pt x="3828" y="3206"/>
                </a:lnTo>
                <a:lnTo>
                  <a:pt x="3752" y="3232"/>
                </a:lnTo>
                <a:lnTo>
                  <a:pt x="3676" y="3254"/>
                </a:lnTo>
                <a:lnTo>
                  <a:pt x="3598" y="3276"/>
                </a:lnTo>
                <a:lnTo>
                  <a:pt x="3520" y="3296"/>
                </a:lnTo>
                <a:lnTo>
                  <a:pt x="3520" y="3296"/>
                </a:lnTo>
                <a:lnTo>
                  <a:pt x="3370" y="3334"/>
                </a:lnTo>
                <a:lnTo>
                  <a:pt x="3220" y="3368"/>
                </a:lnTo>
                <a:lnTo>
                  <a:pt x="2920" y="3432"/>
                </a:lnTo>
                <a:lnTo>
                  <a:pt x="2920" y="3432"/>
                </a:lnTo>
                <a:lnTo>
                  <a:pt x="2778" y="3462"/>
                </a:lnTo>
                <a:lnTo>
                  <a:pt x="2638" y="3492"/>
                </a:lnTo>
                <a:lnTo>
                  <a:pt x="2498" y="3528"/>
                </a:lnTo>
                <a:lnTo>
                  <a:pt x="2430" y="3546"/>
                </a:lnTo>
                <a:lnTo>
                  <a:pt x="2360" y="3566"/>
                </a:lnTo>
                <a:lnTo>
                  <a:pt x="2360" y="3566"/>
                </a:lnTo>
                <a:lnTo>
                  <a:pt x="2250" y="3602"/>
                </a:lnTo>
                <a:lnTo>
                  <a:pt x="2196" y="3622"/>
                </a:lnTo>
                <a:lnTo>
                  <a:pt x="2144" y="3642"/>
                </a:lnTo>
                <a:lnTo>
                  <a:pt x="2092" y="3666"/>
                </a:lnTo>
                <a:lnTo>
                  <a:pt x="2040" y="3690"/>
                </a:lnTo>
                <a:lnTo>
                  <a:pt x="1988" y="3716"/>
                </a:lnTo>
                <a:lnTo>
                  <a:pt x="1938" y="3744"/>
                </a:lnTo>
                <a:lnTo>
                  <a:pt x="1938" y="3744"/>
                </a:lnTo>
                <a:lnTo>
                  <a:pt x="1878" y="3782"/>
                </a:lnTo>
                <a:lnTo>
                  <a:pt x="1878" y="3782"/>
                </a:lnTo>
                <a:lnTo>
                  <a:pt x="1868" y="3788"/>
                </a:lnTo>
                <a:lnTo>
                  <a:pt x="1858" y="3792"/>
                </a:lnTo>
                <a:lnTo>
                  <a:pt x="1846" y="3796"/>
                </a:lnTo>
                <a:lnTo>
                  <a:pt x="1834" y="3796"/>
                </a:lnTo>
                <a:lnTo>
                  <a:pt x="1834" y="3796"/>
                </a:lnTo>
                <a:lnTo>
                  <a:pt x="444" y="3796"/>
                </a:lnTo>
                <a:lnTo>
                  <a:pt x="444" y="3796"/>
                </a:lnTo>
                <a:lnTo>
                  <a:pt x="432" y="3796"/>
                </a:lnTo>
                <a:lnTo>
                  <a:pt x="422" y="3792"/>
                </a:lnTo>
                <a:lnTo>
                  <a:pt x="414" y="3784"/>
                </a:lnTo>
                <a:lnTo>
                  <a:pt x="408" y="3774"/>
                </a:lnTo>
                <a:lnTo>
                  <a:pt x="408" y="3774"/>
                </a:lnTo>
                <a:lnTo>
                  <a:pt x="380" y="3714"/>
                </a:lnTo>
                <a:lnTo>
                  <a:pt x="354" y="3652"/>
                </a:lnTo>
                <a:lnTo>
                  <a:pt x="306" y="3528"/>
                </a:lnTo>
                <a:lnTo>
                  <a:pt x="306" y="3528"/>
                </a:lnTo>
                <a:lnTo>
                  <a:pt x="258" y="3396"/>
                </a:lnTo>
                <a:lnTo>
                  <a:pt x="214" y="3260"/>
                </a:lnTo>
                <a:lnTo>
                  <a:pt x="174" y="3124"/>
                </a:lnTo>
                <a:lnTo>
                  <a:pt x="140" y="2988"/>
                </a:lnTo>
                <a:lnTo>
                  <a:pt x="140" y="2988"/>
                </a:lnTo>
                <a:lnTo>
                  <a:pt x="112" y="2860"/>
                </a:lnTo>
                <a:lnTo>
                  <a:pt x="86" y="2734"/>
                </a:lnTo>
                <a:lnTo>
                  <a:pt x="64" y="2606"/>
                </a:lnTo>
                <a:lnTo>
                  <a:pt x="44" y="2478"/>
                </a:lnTo>
                <a:lnTo>
                  <a:pt x="44" y="2478"/>
                </a:lnTo>
                <a:lnTo>
                  <a:pt x="24" y="2316"/>
                </a:lnTo>
                <a:lnTo>
                  <a:pt x="14" y="2236"/>
                </a:lnTo>
                <a:lnTo>
                  <a:pt x="8" y="2154"/>
                </a:lnTo>
                <a:lnTo>
                  <a:pt x="8" y="2154"/>
                </a:lnTo>
                <a:lnTo>
                  <a:pt x="6" y="2086"/>
                </a:lnTo>
                <a:lnTo>
                  <a:pt x="4" y="2020"/>
                </a:lnTo>
                <a:lnTo>
                  <a:pt x="4" y="2020"/>
                </a:lnTo>
                <a:lnTo>
                  <a:pt x="2" y="1972"/>
                </a:lnTo>
                <a:lnTo>
                  <a:pt x="2" y="1948"/>
                </a:lnTo>
                <a:lnTo>
                  <a:pt x="0" y="1924"/>
                </a:lnTo>
                <a:lnTo>
                  <a:pt x="0" y="1924"/>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GB" sz="2800"/>
          </a:p>
        </p:txBody>
      </p:sp>
      <p:sp>
        <p:nvSpPr>
          <p:cNvPr id="7" name="Title 1">
            <a:extLst>
              <a:ext uri="{FF2B5EF4-FFF2-40B4-BE49-F238E27FC236}">
                <a16:creationId xmlns:a16="http://schemas.microsoft.com/office/drawing/2014/main" id="{7D6C39E5-3DE0-4868-A346-ABB1FBFFB040}"/>
              </a:ext>
            </a:extLst>
          </p:cNvPr>
          <p:cNvSpPr>
            <a:spLocks noGrp="1"/>
          </p:cNvSpPr>
          <p:nvPr>
            <p:ph type="title" hasCustomPrompt="1"/>
          </p:nvPr>
        </p:nvSpPr>
        <p:spPr>
          <a:xfrm>
            <a:off x="5461000" y="2284098"/>
            <a:ext cx="6096000" cy="1524000"/>
          </a:xfrm>
          <a:solidFill>
            <a:srgbClr val="0070AD"/>
          </a:solidFill>
        </p:spPr>
        <p:txBody>
          <a:bodyPr rIns="182880" anchor="b" anchorCtr="0"/>
          <a:lstStyle>
            <a:lvl1pPr algn="l">
              <a:defRPr lang="en-US" dirty="0">
                <a:solidFill>
                  <a:schemeClr val="bg1"/>
                </a:solidFill>
              </a:defRPr>
            </a:lvl1pPr>
          </a:lstStyle>
          <a:p>
            <a:r>
              <a:rPr lang="en-US"/>
              <a:t>Click to add Section title</a:t>
            </a:r>
          </a:p>
        </p:txBody>
      </p:sp>
      <p:sp>
        <p:nvSpPr>
          <p:cNvPr id="9" name="Text Placeholder 2">
            <a:extLst>
              <a:ext uri="{FF2B5EF4-FFF2-40B4-BE49-F238E27FC236}">
                <a16:creationId xmlns:a16="http://schemas.microsoft.com/office/drawing/2014/main" id="{6797F618-9B99-4679-B057-B72E8E3E1867}"/>
              </a:ext>
            </a:extLst>
          </p:cNvPr>
          <p:cNvSpPr>
            <a:spLocks noGrp="1"/>
          </p:cNvSpPr>
          <p:nvPr>
            <p:ph type="body" idx="1" hasCustomPrompt="1"/>
          </p:nvPr>
        </p:nvSpPr>
        <p:spPr>
          <a:xfrm>
            <a:off x="5461000" y="3808099"/>
            <a:ext cx="6096000" cy="1524000"/>
          </a:xfrm>
        </p:spPr>
        <p:txBody>
          <a:bodyPr rIns="182880" anchor="t" anchorCtr="0"/>
          <a:lstStyle>
            <a:lvl1pPr marL="0" indent="0" algn="l">
              <a:buNone/>
              <a:defRPr sz="2667">
                <a:solidFill>
                  <a:schemeClr val="tx1">
                    <a:tint val="75000"/>
                  </a:schemeClr>
                </a:solidFill>
              </a:defRPr>
            </a:lvl1pPr>
            <a:lvl2pPr marL="568854" indent="0">
              <a:buNone/>
              <a:defRPr sz="2333">
                <a:solidFill>
                  <a:schemeClr val="tx1">
                    <a:tint val="75000"/>
                  </a:schemeClr>
                </a:solidFill>
              </a:defRPr>
            </a:lvl2pPr>
            <a:lvl3pPr marL="1137709" indent="0">
              <a:buNone/>
              <a:defRPr sz="2167">
                <a:solidFill>
                  <a:schemeClr val="tx1">
                    <a:tint val="75000"/>
                  </a:schemeClr>
                </a:solidFill>
              </a:defRPr>
            </a:lvl3pPr>
            <a:lvl4pPr marL="1706563" indent="0">
              <a:buNone/>
              <a:defRPr sz="1833">
                <a:solidFill>
                  <a:schemeClr val="tx1">
                    <a:tint val="75000"/>
                  </a:schemeClr>
                </a:solidFill>
              </a:defRPr>
            </a:lvl4pPr>
            <a:lvl5pPr marL="2275419" indent="0">
              <a:buNone/>
              <a:defRPr sz="1833">
                <a:solidFill>
                  <a:schemeClr val="tx1">
                    <a:tint val="75000"/>
                  </a:schemeClr>
                </a:solidFill>
              </a:defRPr>
            </a:lvl5pPr>
            <a:lvl6pPr marL="2844275" indent="0">
              <a:buNone/>
              <a:defRPr sz="1833">
                <a:solidFill>
                  <a:schemeClr val="tx1">
                    <a:tint val="75000"/>
                  </a:schemeClr>
                </a:solidFill>
              </a:defRPr>
            </a:lvl6pPr>
            <a:lvl7pPr marL="3413128" indent="0">
              <a:buNone/>
              <a:defRPr sz="1833">
                <a:solidFill>
                  <a:schemeClr val="tx1">
                    <a:tint val="75000"/>
                  </a:schemeClr>
                </a:solidFill>
              </a:defRPr>
            </a:lvl7pPr>
            <a:lvl8pPr marL="3981984" indent="0">
              <a:buNone/>
              <a:defRPr sz="1833">
                <a:solidFill>
                  <a:schemeClr val="tx1">
                    <a:tint val="75000"/>
                  </a:schemeClr>
                </a:solidFill>
              </a:defRPr>
            </a:lvl8pPr>
            <a:lvl9pPr marL="4550838" indent="0">
              <a:buNone/>
              <a:defRPr sz="1833">
                <a:solidFill>
                  <a:schemeClr val="tx1">
                    <a:tint val="75000"/>
                  </a:schemeClr>
                </a:solidFill>
              </a:defRPr>
            </a:lvl9pPr>
          </a:lstStyle>
          <a:p>
            <a:pPr lvl="0"/>
            <a:r>
              <a:rPr lang="en-US"/>
              <a:t>Click to add Section sub-title</a:t>
            </a:r>
          </a:p>
        </p:txBody>
      </p:sp>
      <p:pic>
        <p:nvPicPr>
          <p:cNvPr id="11" name="Image 1">
            <a:extLst>
              <a:ext uri="{FF2B5EF4-FFF2-40B4-BE49-F238E27FC236}">
                <a16:creationId xmlns:a16="http://schemas.microsoft.com/office/drawing/2014/main" id="{0A51597E-53CF-4999-B18A-78C16BDA866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67515" y="959594"/>
            <a:ext cx="4289486" cy="762004"/>
          </a:xfrm>
          <a:prstGeom prst="rect">
            <a:avLst/>
          </a:prstGeom>
        </p:spPr>
      </p:pic>
      <p:sp>
        <p:nvSpPr>
          <p:cNvPr id="14" name="Text Placeholder 7">
            <a:extLst>
              <a:ext uri="{FF2B5EF4-FFF2-40B4-BE49-F238E27FC236}">
                <a16:creationId xmlns:a16="http://schemas.microsoft.com/office/drawing/2014/main" id="{9066A8A7-A525-4B6B-BFFF-A1FB9989F72F}"/>
              </a:ext>
            </a:extLst>
          </p:cNvPr>
          <p:cNvSpPr txBox="1">
            <a:spLocks/>
          </p:cNvSpPr>
          <p:nvPr/>
        </p:nvSpPr>
        <p:spPr>
          <a:xfrm>
            <a:off x="9398000" y="6656604"/>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363"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a:solidFill>
                  <a:schemeClr val="bg2">
                    <a:lumMod val="75000"/>
                  </a:schemeClr>
                </a:solidFill>
                <a:latin typeface="+mn-lt"/>
              </a:rPr>
              <a:t>© Capgemini 2022. All rights reserved.</a:t>
            </a:r>
          </a:p>
        </p:txBody>
      </p:sp>
    </p:spTree>
    <p:extLst>
      <p:ext uri="{BB962C8B-B14F-4D97-AF65-F5344CB8AC3E}">
        <p14:creationId xmlns:p14="http://schemas.microsoft.com/office/powerpoint/2010/main" val="27856033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7"/>
          <p:cNvSpPr>
            <a:spLocks noGrp="1" noChangeAspect="1"/>
          </p:cNvSpPr>
          <p:nvPr>
            <p:ph type="title" hasCustomPrompt="1"/>
          </p:nvPr>
        </p:nvSpPr>
        <p:spPr/>
        <p:txBody>
          <a:bodyPr/>
          <a:lstStyle>
            <a:lvl1pPr>
              <a:defRPr>
                <a:solidFill>
                  <a:srgbClr val="007EAF"/>
                </a:solidFill>
              </a:defRPr>
            </a:lvl1pPr>
          </a:lstStyle>
          <a:p>
            <a:r>
              <a:rPr lang="en-US"/>
              <a:t>Click to add Slide title</a:t>
            </a:r>
          </a:p>
        </p:txBody>
      </p:sp>
      <p:sp>
        <p:nvSpPr>
          <p:cNvPr id="5" name="Text Placeholder 2">
            <a:extLst>
              <a:ext uri="{FF2B5EF4-FFF2-40B4-BE49-F238E27FC236}">
                <a16:creationId xmlns:a16="http://schemas.microsoft.com/office/drawing/2014/main" id="{0CBFC6FF-9D56-40D8-8F7E-61D69F258896}"/>
              </a:ext>
            </a:extLst>
          </p:cNvPr>
          <p:cNvSpPr>
            <a:spLocks noGrp="1"/>
          </p:cNvSpPr>
          <p:nvPr>
            <p:ph idx="1"/>
          </p:nvPr>
        </p:nvSpPr>
        <p:spPr>
          <a:xfrm>
            <a:off x="207913" y="1021597"/>
            <a:ext cx="11770100" cy="5493502"/>
          </a:xfrm>
          <a:prstGeom prst="rect">
            <a:avLst/>
          </a:prstGeom>
        </p:spPr>
        <p:txBody>
          <a:bodyPr vert="horz" lIns="68265" tIns="34134" rIns="68265" bIns="3413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510772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Slide title</a:t>
            </a:r>
          </a:p>
        </p:txBody>
      </p:sp>
      <p:sp>
        <p:nvSpPr>
          <p:cNvPr id="3" name="Content Placeholder 2"/>
          <p:cNvSpPr>
            <a:spLocks noGrp="1"/>
          </p:cNvSpPr>
          <p:nvPr>
            <p:ph sz="half" idx="1"/>
          </p:nvPr>
        </p:nvSpPr>
        <p:spPr>
          <a:xfrm>
            <a:off x="205740" y="1021080"/>
            <a:ext cx="5791200" cy="5486400"/>
          </a:xfrm>
        </p:spPr>
        <p:txBody>
          <a:bodyPr/>
          <a:lstStyle>
            <a:lvl1pPr>
              <a:defRPr sz="2667"/>
            </a:lvl1pPr>
            <a:lvl2pPr>
              <a:defRPr sz="2333"/>
            </a:lvl2pPr>
            <a:lvl3pPr>
              <a:defRPr sz="2000"/>
            </a:lvl3pPr>
            <a:lvl4pPr>
              <a:defRPr sz="1833"/>
            </a:lvl4pPr>
            <a:lvl5pPr>
              <a:defRPr sz="1750"/>
            </a:lvl5pPr>
            <a:lvl6pPr>
              <a:defRPr sz="2333"/>
            </a:lvl6pPr>
            <a:lvl7pPr>
              <a:defRPr sz="2333"/>
            </a:lvl7pPr>
            <a:lvl8pPr>
              <a:defRPr sz="2333"/>
            </a:lvl8pPr>
            <a:lvl9pPr>
              <a:defRPr sz="2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970" y="1021080"/>
            <a:ext cx="5791200" cy="5486400"/>
          </a:xfrm>
        </p:spPr>
        <p:txBody>
          <a:bodyPr/>
          <a:lstStyle>
            <a:lvl1pPr>
              <a:defRPr sz="2667"/>
            </a:lvl1pPr>
            <a:lvl2pPr>
              <a:defRPr sz="2333"/>
            </a:lvl2pPr>
            <a:lvl3pPr>
              <a:defRPr sz="2000"/>
            </a:lvl3pPr>
            <a:lvl4pPr>
              <a:defRPr sz="1833"/>
            </a:lvl4pPr>
            <a:lvl5pPr>
              <a:defRPr sz="1750"/>
            </a:lvl5pPr>
            <a:lvl6pPr>
              <a:defRPr sz="2333"/>
            </a:lvl6pPr>
            <a:lvl7pPr>
              <a:defRPr sz="2333"/>
            </a:lvl7pPr>
            <a:lvl8pPr>
              <a:defRPr sz="2333"/>
            </a:lvl8pPr>
            <a:lvl9pPr>
              <a:defRPr sz="2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25741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Horizonta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Slide title</a:t>
            </a:r>
          </a:p>
        </p:txBody>
      </p:sp>
      <p:sp>
        <p:nvSpPr>
          <p:cNvPr id="3" name="Content Placeholder 2"/>
          <p:cNvSpPr>
            <a:spLocks noGrp="1"/>
          </p:cNvSpPr>
          <p:nvPr>
            <p:ph sz="half" idx="1"/>
          </p:nvPr>
        </p:nvSpPr>
        <p:spPr>
          <a:xfrm>
            <a:off x="205740" y="1021080"/>
            <a:ext cx="11772900" cy="2667000"/>
          </a:xfrm>
        </p:spPr>
        <p:txBody>
          <a:bodyPr/>
          <a:lstStyle>
            <a:lvl1pPr>
              <a:defRPr sz="2667"/>
            </a:lvl1pPr>
            <a:lvl2pPr>
              <a:defRPr sz="2333"/>
            </a:lvl2pPr>
            <a:lvl3pPr>
              <a:defRPr sz="2000"/>
            </a:lvl3pPr>
            <a:lvl4pPr>
              <a:defRPr sz="1833"/>
            </a:lvl4pPr>
            <a:lvl5pPr>
              <a:defRPr sz="1750"/>
            </a:lvl5pPr>
            <a:lvl6pPr>
              <a:defRPr sz="2333"/>
            </a:lvl6pPr>
            <a:lvl7pPr>
              <a:defRPr sz="2333"/>
            </a:lvl7pPr>
            <a:lvl8pPr>
              <a:defRPr sz="2333"/>
            </a:lvl8pPr>
            <a:lvl9pPr>
              <a:defRPr sz="2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05740" y="3810000"/>
            <a:ext cx="11772900" cy="2667000"/>
          </a:xfrm>
        </p:spPr>
        <p:txBody>
          <a:bodyPr/>
          <a:lstStyle>
            <a:lvl1pPr>
              <a:defRPr sz="2667"/>
            </a:lvl1pPr>
            <a:lvl2pPr>
              <a:defRPr sz="2333"/>
            </a:lvl2pPr>
            <a:lvl3pPr>
              <a:defRPr sz="2000"/>
            </a:lvl3pPr>
            <a:lvl4pPr>
              <a:defRPr sz="1833"/>
            </a:lvl4pPr>
            <a:lvl5pPr>
              <a:defRPr sz="1750"/>
            </a:lvl5pPr>
            <a:lvl6pPr>
              <a:defRPr sz="2333"/>
            </a:lvl6pPr>
            <a:lvl7pPr>
              <a:defRPr sz="2333"/>
            </a:lvl7pPr>
            <a:lvl8pPr>
              <a:defRPr sz="2333"/>
            </a:lvl8pPr>
            <a:lvl9pPr>
              <a:defRPr sz="2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150172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Slide title</a:t>
            </a:r>
          </a:p>
        </p:txBody>
      </p:sp>
      <p:sp>
        <p:nvSpPr>
          <p:cNvPr id="3" name="Text Placeholder 2"/>
          <p:cNvSpPr>
            <a:spLocks noGrp="1"/>
          </p:cNvSpPr>
          <p:nvPr>
            <p:ph type="body" idx="1"/>
          </p:nvPr>
        </p:nvSpPr>
        <p:spPr>
          <a:xfrm>
            <a:off x="205740" y="1021080"/>
            <a:ext cx="5791200" cy="635000"/>
          </a:xfrm>
        </p:spPr>
        <p:txBody>
          <a:bodyPr anchor="ctr">
            <a:normAutofit/>
          </a:bodyPr>
          <a:lstStyle>
            <a:lvl1pPr marL="0" indent="0">
              <a:buNone/>
              <a:defRPr sz="2667" b="0"/>
            </a:lvl1pPr>
            <a:lvl2pPr marL="568854" indent="0">
              <a:buNone/>
              <a:defRPr sz="2667" b="1"/>
            </a:lvl2pPr>
            <a:lvl3pPr marL="1137709" indent="0">
              <a:buNone/>
              <a:defRPr sz="2333" b="1"/>
            </a:lvl3pPr>
            <a:lvl4pPr marL="1706563" indent="0">
              <a:buNone/>
              <a:defRPr sz="2167" b="1"/>
            </a:lvl4pPr>
            <a:lvl5pPr marL="2275419" indent="0">
              <a:buNone/>
              <a:defRPr sz="2167" b="1"/>
            </a:lvl5pPr>
            <a:lvl6pPr marL="2844275" indent="0">
              <a:buNone/>
              <a:defRPr sz="2167" b="1"/>
            </a:lvl6pPr>
            <a:lvl7pPr marL="3413128" indent="0">
              <a:buNone/>
              <a:defRPr sz="2167" b="1"/>
            </a:lvl7pPr>
            <a:lvl8pPr marL="3981984" indent="0">
              <a:buNone/>
              <a:defRPr sz="2167" b="1"/>
            </a:lvl8pPr>
            <a:lvl9pPr marL="4550838" indent="0">
              <a:buNone/>
              <a:defRPr sz="2167" b="1"/>
            </a:lvl9pPr>
          </a:lstStyle>
          <a:p>
            <a:pPr lvl="0"/>
            <a:r>
              <a:rPr lang="en-US"/>
              <a:t>Click to edit Master text styles</a:t>
            </a:r>
          </a:p>
        </p:txBody>
      </p:sp>
      <p:sp>
        <p:nvSpPr>
          <p:cNvPr id="4" name="Content Placeholder 3"/>
          <p:cNvSpPr>
            <a:spLocks noGrp="1"/>
          </p:cNvSpPr>
          <p:nvPr>
            <p:ph sz="half" idx="2"/>
          </p:nvPr>
        </p:nvSpPr>
        <p:spPr>
          <a:xfrm>
            <a:off x="205740" y="1656078"/>
            <a:ext cx="5791200" cy="4876800"/>
          </a:xfrm>
        </p:spPr>
        <p:txBody>
          <a:bodyPr/>
          <a:lstStyle>
            <a:lvl1pPr>
              <a:defRPr sz="2333"/>
            </a:lvl1pPr>
            <a:lvl2pPr>
              <a:defRPr sz="2000"/>
            </a:lvl2pPr>
            <a:lvl3pPr>
              <a:defRPr sz="1833"/>
            </a:lvl3pPr>
            <a:lvl4pPr>
              <a:defRPr sz="1750"/>
            </a:lvl4pPr>
            <a:lvl5pPr>
              <a:defRPr sz="1667"/>
            </a:lvl5pPr>
            <a:lvl6pPr>
              <a:defRPr sz="2167"/>
            </a:lvl6pPr>
            <a:lvl7pPr>
              <a:defRPr sz="2167"/>
            </a:lvl7pPr>
            <a:lvl8pPr>
              <a:defRPr sz="2167"/>
            </a:lvl8pPr>
            <a:lvl9pPr>
              <a:defRPr sz="21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40" y="1021080"/>
            <a:ext cx="5791200" cy="634998"/>
          </a:xfrm>
        </p:spPr>
        <p:txBody>
          <a:bodyPr anchor="ctr">
            <a:normAutofit/>
          </a:bodyPr>
          <a:lstStyle>
            <a:lvl1pPr marL="0" indent="0">
              <a:buNone/>
              <a:defRPr sz="2667" b="0"/>
            </a:lvl1pPr>
            <a:lvl2pPr marL="568854" indent="0">
              <a:buNone/>
              <a:defRPr sz="2667" b="1"/>
            </a:lvl2pPr>
            <a:lvl3pPr marL="1137709" indent="0">
              <a:buNone/>
              <a:defRPr sz="2333" b="1"/>
            </a:lvl3pPr>
            <a:lvl4pPr marL="1706563" indent="0">
              <a:buNone/>
              <a:defRPr sz="2167" b="1"/>
            </a:lvl4pPr>
            <a:lvl5pPr marL="2275419" indent="0">
              <a:buNone/>
              <a:defRPr sz="2167" b="1"/>
            </a:lvl5pPr>
            <a:lvl6pPr marL="2844275" indent="0">
              <a:buNone/>
              <a:defRPr sz="2167" b="1"/>
            </a:lvl6pPr>
            <a:lvl7pPr marL="3413128" indent="0">
              <a:buNone/>
              <a:defRPr sz="2167" b="1"/>
            </a:lvl7pPr>
            <a:lvl8pPr marL="3981984" indent="0">
              <a:buNone/>
              <a:defRPr sz="2167" b="1"/>
            </a:lvl8pPr>
            <a:lvl9pPr marL="4550838" indent="0">
              <a:buNone/>
              <a:defRPr sz="2167" b="1"/>
            </a:lvl9pPr>
          </a:lstStyle>
          <a:p>
            <a:pPr lvl="0"/>
            <a:r>
              <a:rPr lang="en-US"/>
              <a:t>Click to edit Master text styles</a:t>
            </a:r>
          </a:p>
        </p:txBody>
      </p:sp>
      <p:sp>
        <p:nvSpPr>
          <p:cNvPr id="6" name="Content Placeholder 5"/>
          <p:cNvSpPr>
            <a:spLocks noGrp="1"/>
          </p:cNvSpPr>
          <p:nvPr>
            <p:ph sz="quarter" idx="4"/>
          </p:nvPr>
        </p:nvSpPr>
        <p:spPr>
          <a:xfrm>
            <a:off x="6187440" y="1656078"/>
            <a:ext cx="5791200" cy="4876800"/>
          </a:xfrm>
        </p:spPr>
        <p:txBody>
          <a:bodyPr/>
          <a:lstStyle>
            <a:lvl1pPr>
              <a:defRPr sz="2333"/>
            </a:lvl1pPr>
            <a:lvl2pPr>
              <a:defRPr sz="2000"/>
            </a:lvl2pPr>
            <a:lvl3pPr>
              <a:defRPr sz="1833"/>
            </a:lvl3pPr>
            <a:lvl4pPr>
              <a:defRPr sz="1750"/>
            </a:lvl4pPr>
            <a:lvl5pPr>
              <a:defRPr sz="1667"/>
            </a:lvl5pPr>
            <a:lvl6pPr>
              <a:defRPr sz="2167"/>
            </a:lvl6pPr>
            <a:lvl7pPr>
              <a:defRPr sz="2167"/>
            </a:lvl7pPr>
            <a:lvl8pPr>
              <a:defRPr sz="2167"/>
            </a:lvl8pPr>
            <a:lvl9pPr>
              <a:defRPr sz="21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668098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ictur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82192" y="1079500"/>
            <a:ext cx="7010400" cy="5461000"/>
          </a:xfrm>
        </p:spPr>
        <p:txBody>
          <a:bodyPr>
            <a:normAutofit/>
          </a:bodyPr>
          <a:lstStyle>
            <a:lvl1pPr>
              <a:defRPr sz="2667"/>
            </a:lvl1pPr>
            <a:lvl2pPr>
              <a:defRPr sz="2333"/>
            </a:lvl2pPr>
            <a:lvl3pPr>
              <a:defRPr sz="2000"/>
            </a:lvl3pPr>
            <a:lvl4pPr>
              <a:defRPr sz="1833"/>
            </a:lvl4pPr>
            <a:lvl5pPr>
              <a:defRPr sz="1750"/>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hasCustomPrompt="1"/>
          </p:nvPr>
        </p:nvSpPr>
        <p:spPr/>
        <p:txBody>
          <a:bodyPr/>
          <a:lstStyle>
            <a:lvl1pPr>
              <a:defRPr/>
            </a:lvl1pPr>
          </a:lstStyle>
          <a:p>
            <a:r>
              <a:rPr lang="en-US"/>
              <a:t>Click to add Slide title</a:t>
            </a:r>
          </a:p>
        </p:txBody>
      </p:sp>
      <p:sp>
        <p:nvSpPr>
          <p:cNvPr id="7" name="Content Placeholder 6"/>
          <p:cNvSpPr>
            <a:spLocks noGrp="1" noChangeAspect="1"/>
          </p:cNvSpPr>
          <p:nvPr>
            <p:ph sz="quarter" idx="10" hasCustomPrompt="1"/>
          </p:nvPr>
        </p:nvSpPr>
        <p:spPr>
          <a:xfrm>
            <a:off x="213360" y="1460500"/>
            <a:ext cx="4572000" cy="4572000"/>
          </a:xfrm>
        </p:spPr>
        <p:txBody>
          <a:bodyPr/>
          <a:lstStyle>
            <a:lvl1pPr>
              <a:defRPr baseline="0"/>
            </a:lvl1pPr>
            <a:lvl2pPr marL="568854" indent="0">
              <a:buNone/>
              <a:defRPr/>
            </a:lvl2pPr>
            <a:lvl3pPr marL="1137711" indent="0">
              <a:buNone/>
              <a:defRPr/>
            </a:lvl3pPr>
            <a:lvl4pPr marL="1706565" indent="0">
              <a:buNone/>
              <a:defRPr/>
            </a:lvl4pPr>
            <a:lvl5pPr marL="2275421" indent="0">
              <a:buNone/>
              <a:defRPr/>
            </a:lvl5pPr>
          </a:lstStyle>
          <a:p>
            <a:pPr lvl="0"/>
            <a:r>
              <a:rPr lang="en-US"/>
              <a:t>Click to insert Chart, Table or Picture</a:t>
            </a:r>
          </a:p>
        </p:txBody>
      </p:sp>
    </p:spTree>
    <p:extLst>
      <p:ext uri="{BB962C8B-B14F-4D97-AF65-F5344CB8AC3E}">
        <p14:creationId xmlns:p14="http://schemas.microsoft.com/office/powerpoint/2010/main" val="95231360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and Picture">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 y="1021080"/>
            <a:ext cx="7010400" cy="5461000"/>
          </a:xfrm>
        </p:spPr>
        <p:txBody>
          <a:bodyPr>
            <a:normAutofit/>
          </a:bodyPr>
          <a:lstStyle>
            <a:lvl1pPr>
              <a:defRPr sz="2667"/>
            </a:lvl1pPr>
            <a:lvl2pPr>
              <a:defRPr sz="2333"/>
            </a:lvl2pPr>
            <a:lvl3pPr>
              <a:defRPr sz="2000"/>
            </a:lvl3pPr>
            <a:lvl4pPr>
              <a:defRPr sz="1833"/>
            </a:lvl4pPr>
            <a:lvl5pPr>
              <a:defRPr sz="1750"/>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hasCustomPrompt="1"/>
          </p:nvPr>
        </p:nvSpPr>
        <p:spPr/>
        <p:txBody>
          <a:bodyPr/>
          <a:lstStyle>
            <a:lvl1pPr>
              <a:defRPr/>
            </a:lvl1pPr>
          </a:lstStyle>
          <a:p>
            <a:r>
              <a:rPr lang="en-US"/>
              <a:t>Click to add Slide title</a:t>
            </a:r>
          </a:p>
        </p:txBody>
      </p:sp>
      <p:sp>
        <p:nvSpPr>
          <p:cNvPr id="7" name="Content Placeholder 6"/>
          <p:cNvSpPr>
            <a:spLocks noGrp="1" noChangeAspect="1"/>
          </p:cNvSpPr>
          <p:nvPr>
            <p:ph sz="quarter" idx="10" hasCustomPrompt="1"/>
          </p:nvPr>
        </p:nvSpPr>
        <p:spPr>
          <a:xfrm>
            <a:off x="7366000" y="1587500"/>
            <a:ext cx="4572000" cy="4635500"/>
          </a:xfrm>
        </p:spPr>
        <p:txBody>
          <a:bodyPr/>
          <a:lstStyle>
            <a:lvl1pPr>
              <a:defRPr baseline="0"/>
            </a:lvl1pPr>
            <a:lvl2pPr marL="568854" indent="0">
              <a:buNone/>
              <a:defRPr/>
            </a:lvl2pPr>
            <a:lvl3pPr marL="1137711" indent="0">
              <a:buNone/>
              <a:defRPr/>
            </a:lvl3pPr>
            <a:lvl4pPr marL="1706565" indent="0">
              <a:buNone/>
              <a:defRPr/>
            </a:lvl4pPr>
            <a:lvl5pPr marL="2275421" indent="0">
              <a:buNone/>
              <a:defRPr/>
            </a:lvl5pPr>
          </a:lstStyle>
          <a:p>
            <a:pPr lvl="0"/>
            <a:r>
              <a:rPr lang="en-US"/>
              <a:t>Click to insert Chart, Table or Picture</a:t>
            </a:r>
          </a:p>
        </p:txBody>
      </p:sp>
    </p:spTree>
    <p:extLst>
      <p:ext uri="{BB962C8B-B14F-4D97-AF65-F5344CB8AC3E}">
        <p14:creationId xmlns:p14="http://schemas.microsoft.com/office/powerpoint/2010/main" val="384703117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Case Study Title</a:t>
            </a:r>
          </a:p>
        </p:txBody>
      </p:sp>
      <p:sp>
        <p:nvSpPr>
          <p:cNvPr id="16" name="Content Placeholder 15"/>
          <p:cNvSpPr>
            <a:spLocks noGrp="1"/>
          </p:cNvSpPr>
          <p:nvPr>
            <p:ph sz="quarter" idx="10" hasCustomPrompt="1"/>
          </p:nvPr>
        </p:nvSpPr>
        <p:spPr>
          <a:xfrm>
            <a:off x="6096000" y="1021080"/>
            <a:ext cx="5842000" cy="3804920"/>
          </a:xfrm>
        </p:spPr>
        <p:txBody>
          <a:bodyPr/>
          <a:lstStyle>
            <a:lvl1pPr>
              <a:defRPr/>
            </a:lvl1pPr>
          </a:lstStyle>
          <a:p>
            <a:pPr lvl="0"/>
            <a:r>
              <a:rPr lang="en-US"/>
              <a:t>Insert Case Study Diagram or Description</a:t>
            </a:r>
          </a:p>
          <a:p>
            <a:pPr lvl="1"/>
            <a:r>
              <a:rPr lang="en-US"/>
              <a:t>Second level</a:t>
            </a:r>
          </a:p>
          <a:p>
            <a:pPr lvl="2"/>
            <a:r>
              <a:rPr lang="en-US"/>
              <a:t>Third level</a:t>
            </a:r>
          </a:p>
          <a:p>
            <a:pPr lvl="3"/>
            <a:r>
              <a:rPr lang="en-US"/>
              <a:t>Fourth level</a:t>
            </a:r>
          </a:p>
          <a:p>
            <a:pPr lvl="4"/>
            <a:r>
              <a:rPr lang="en-US"/>
              <a:t>Fifth level</a:t>
            </a:r>
          </a:p>
        </p:txBody>
      </p:sp>
      <p:sp>
        <p:nvSpPr>
          <p:cNvPr id="10" name="Text Placeholder 9"/>
          <p:cNvSpPr>
            <a:spLocks noGrp="1"/>
          </p:cNvSpPr>
          <p:nvPr>
            <p:ph type="body" sz="quarter" idx="11"/>
          </p:nvPr>
        </p:nvSpPr>
        <p:spPr>
          <a:xfrm>
            <a:off x="1456140" y="1028824"/>
            <a:ext cx="4429516" cy="1208796"/>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9" name="Text Placeholder 9"/>
          <p:cNvSpPr>
            <a:spLocks noGrp="1"/>
          </p:cNvSpPr>
          <p:nvPr>
            <p:ph type="body" sz="quarter" idx="12"/>
          </p:nvPr>
        </p:nvSpPr>
        <p:spPr>
          <a:xfrm>
            <a:off x="1456140" y="2337562"/>
            <a:ext cx="4429516" cy="127762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20" name="Text Placeholder 9"/>
          <p:cNvSpPr>
            <a:spLocks noGrp="1"/>
          </p:cNvSpPr>
          <p:nvPr>
            <p:ph type="body" sz="quarter" idx="13"/>
          </p:nvPr>
        </p:nvSpPr>
        <p:spPr>
          <a:xfrm>
            <a:off x="1456141" y="3721100"/>
            <a:ext cx="4429517" cy="28194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9"/>
          <p:cNvSpPr>
            <a:spLocks noGrp="1"/>
          </p:cNvSpPr>
          <p:nvPr>
            <p:ph type="body" sz="quarter" idx="14"/>
          </p:nvPr>
        </p:nvSpPr>
        <p:spPr>
          <a:xfrm>
            <a:off x="7346402" y="4934500"/>
            <a:ext cx="4591598" cy="16060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2" name="Rectangle 11">
            <a:extLst>
              <a:ext uri="{FF2B5EF4-FFF2-40B4-BE49-F238E27FC236}">
                <a16:creationId xmlns:a16="http://schemas.microsoft.com/office/drawing/2014/main" id="{87E8E716-850C-411C-8626-74EC8ED731DB}"/>
              </a:ext>
            </a:extLst>
          </p:cNvPr>
          <p:cNvSpPr/>
          <p:nvPr/>
        </p:nvSpPr>
        <p:spPr bwMode="auto">
          <a:xfrm>
            <a:off x="205740" y="1021080"/>
            <a:ext cx="1250400" cy="1219200"/>
          </a:xfrm>
          <a:prstGeom prst="rect">
            <a:avLst/>
          </a:prstGeom>
          <a:gradFill flip="none" rotWithShape="1">
            <a:gsLst>
              <a:gs pos="0">
                <a:srgbClr val="699A4B">
                  <a:shade val="30000"/>
                  <a:satMod val="115000"/>
                </a:srgbClr>
              </a:gs>
              <a:gs pos="50000">
                <a:srgbClr val="699A4B">
                  <a:shade val="67500"/>
                  <a:satMod val="115000"/>
                </a:srgbClr>
              </a:gs>
              <a:gs pos="100000">
                <a:srgbClr val="699A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CONTEXT</a:t>
            </a:r>
          </a:p>
        </p:txBody>
      </p:sp>
      <p:sp>
        <p:nvSpPr>
          <p:cNvPr id="13" name="Rectangle 12">
            <a:extLst>
              <a:ext uri="{FF2B5EF4-FFF2-40B4-BE49-F238E27FC236}">
                <a16:creationId xmlns:a16="http://schemas.microsoft.com/office/drawing/2014/main" id="{04B2F39A-D4AF-4DE8-9CA1-34A3BCAA25E1}"/>
              </a:ext>
            </a:extLst>
          </p:cNvPr>
          <p:cNvSpPr/>
          <p:nvPr/>
        </p:nvSpPr>
        <p:spPr bwMode="auto">
          <a:xfrm>
            <a:off x="205740" y="2341880"/>
            <a:ext cx="1250400" cy="1277620"/>
          </a:xfrm>
          <a:prstGeom prst="rect">
            <a:avLst/>
          </a:prstGeom>
          <a:gradFill flip="none" rotWithShape="1">
            <a:gsLst>
              <a:gs pos="0">
                <a:srgbClr val="FB963C">
                  <a:shade val="30000"/>
                  <a:satMod val="115000"/>
                </a:srgbClr>
              </a:gs>
              <a:gs pos="50000">
                <a:srgbClr val="FB963C">
                  <a:shade val="67500"/>
                  <a:satMod val="115000"/>
                </a:srgbClr>
              </a:gs>
              <a:gs pos="100000">
                <a:srgbClr val="FB963C">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CHALLENGE</a:t>
            </a:r>
          </a:p>
        </p:txBody>
      </p:sp>
      <p:sp>
        <p:nvSpPr>
          <p:cNvPr id="14" name="Rectangle 13">
            <a:extLst>
              <a:ext uri="{FF2B5EF4-FFF2-40B4-BE49-F238E27FC236}">
                <a16:creationId xmlns:a16="http://schemas.microsoft.com/office/drawing/2014/main" id="{425E9701-2837-4BE2-A5FC-2FC7AA399544}"/>
              </a:ext>
            </a:extLst>
          </p:cNvPr>
          <p:cNvSpPr/>
          <p:nvPr/>
        </p:nvSpPr>
        <p:spPr bwMode="auto">
          <a:xfrm>
            <a:off x="205740" y="3725638"/>
            <a:ext cx="1250402" cy="2814863"/>
          </a:xfrm>
          <a:prstGeom prst="rect">
            <a:avLst/>
          </a:prstGeom>
          <a:gradFill flip="none" rotWithShape="1">
            <a:gsLst>
              <a:gs pos="0">
                <a:srgbClr val="F4CC4B">
                  <a:shade val="30000"/>
                  <a:satMod val="115000"/>
                </a:srgbClr>
              </a:gs>
              <a:gs pos="50000">
                <a:srgbClr val="F4CC4B">
                  <a:shade val="67500"/>
                  <a:satMod val="115000"/>
                </a:srgbClr>
              </a:gs>
              <a:gs pos="100000">
                <a:srgbClr val="F4CC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endParaRPr lang="en-IN" sz="1333" b="1" kern="0" spc="-67" baseline="0">
              <a:gradFill>
                <a:gsLst>
                  <a:gs pos="0">
                    <a:srgbClr val="FFFFFF"/>
                  </a:gs>
                  <a:gs pos="100000">
                    <a:srgbClr val="FFFFFF"/>
                  </a:gs>
                </a:gsLst>
                <a:lin ang="5400000" scaled="0"/>
              </a:gradFill>
              <a:ea typeface="Segoe UI" pitchFamily="34" charset="0"/>
              <a:cs typeface="Segoe UI" pitchFamily="34" charset="0"/>
            </a:endParaRPr>
          </a:p>
          <a:p>
            <a:pPr algn="ctr" defTabSz="1218460"/>
            <a:r>
              <a:rPr lang="en-IN" sz="1333" b="1" kern="0" spc="-67" baseline="0">
                <a:gradFill>
                  <a:gsLst>
                    <a:gs pos="0">
                      <a:srgbClr val="FFFFFF"/>
                    </a:gs>
                    <a:gs pos="100000">
                      <a:srgbClr val="FFFFFF"/>
                    </a:gs>
                  </a:gsLst>
                  <a:lin ang="5400000" scaled="0"/>
                </a:gradFill>
                <a:ea typeface="Segoe UI" pitchFamily="34" charset="0"/>
                <a:cs typeface="Segoe UI" pitchFamily="34" charset="0"/>
              </a:rPr>
              <a:t>SOLUTION</a:t>
            </a:r>
            <a:endParaRPr lang="en-IN" sz="1333" b="1" kern="0" spc="-67">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60043AC9-CAD8-44D9-8EB2-2148BE7FB202}"/>
              </a:ext>
            </a:extLst>
          </p:cNvPr>
          <p:cNvSpPr/>
          <p:nvPr/>
        </p:nvSpPr>
        <p:spPr bwMode="auto">
          <a:xfrm>
            <a:off x="6096001" y="4934500"/>
            <a:ext cx="1250402" cy="1606000"/>
          </a:xfrm>
          <a:prstGeom prst="rect">
            <a:avLst/>
          </a:prstGeom>
          <a:gradFill flip="none" rotWithShape="1">
            <a:gsLst>
              <a:gs pos="0">
                <a:srgbClr val="0093DD">
                  <a:shade val="30000"/>
                  <a:satMod val="115000"/>
                </a:srgbClr>
              </a:gs>
              <a:gs pos="50000">
                <a:srgbClr val="0093DD">
                  <a:shade val="67500"/>
                  <a:satMod val="115000"/>
                </a:srgbClr>
              </a:gs>
              <a:gs pos="100000">
                <a:srgbClr val="0093DD">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BENEFITS </a:t>
            </a:r>
          </a:p>
        </p:txBody>
      </p:sp>
    </p:spTree>
    <p:extLst>
      <p:ext uri="{BB962C8B-B14F-4D97-AF65-F5344CB8AC3E}">
        <p14:creationId xmlns:p14="http://schemas.microsoft.com/office/powerpoint/2010/main" val="350760990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ase Study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Case Study Title</a:t>
            </a:r>
          </a:p>
        </p:txBody>
      </p:sp>
      <p:sp>
        <p:nvSpPr>
          <p:cNvPr id="16" name="Content Placeholder 15"/>
          <p:cNvSpPr>
            <a:spLocks noGrp="1"/>
          </p:cNvSpPr>
          <p:nvPr>
            <p:ph sz="quarter" idx="10" hasCustomPrompt="1"/>
          </p:nvPr>
        </p:nvSpPr>
        <p:spPr>
          <a:xfrm>
            <a:off x="6921500" y="1047000"/>
            <a:ext cx="5016500" cy="5493500"/>
          </a:xfrm>
        </p:spPr>
        <p:txBody>
          <a:bodyPr/>
          <a:lstStyle>
            <a:lvl1pPr>
              <a:defRPr/>
            </a:lvl1pPr>
          </a:lstStyle>
          <a:p>
            <a:pPr lvl="0"/>
            <a:r>
              <a:rPr lang="en-US"/>
              <a:t>Insert Case Study Diagram or Description</a:t>
            </a:r>
          </a:p>
          <a:p>
            <a:pPr lvl="1"/>
            <a:r>
              <a:rPr lang="en-US"/>
              <a:t>Second level</a:t>
            </a:r>
          </a:p>
          <a:p>
            <a:pPr lvl="2"/>
            <a:r>
              <a:rPr lang="en-US"/>
              <a:t>Third level</a:t>
            </a:r>
          </a:p>
          <a:p>
            <a:pPr lvl="3"/>
            <a:r>
              <a:rPr lang="en-US"/>
              <a:t>Fourth level</a:t>
            </a:r>
          </a:p>
          <a:p>
            <a:pPr lvl="4"/>
            <a:r>
              <a:rPr lang="en-US"/>
              <a:t>Fifth level</a:t>
            </a:r>
          </a:p>
        </p:txBody>
      </p:sp>
      <p:sp>
        <p:nvSpPr>
          <p:cNvPr id="10" name="Text Placeholder 9"/>
          <p:cNvSpPr>
            <a:spLocks noGrp="1"/>
          </p:cNvSpPr>
          <p:nvPr>
            <p:ph type="body" sz="quarter" idx="11"/>
          </p:nvPr>
        </p:nvSpPr>
        <p:spPr>
          <a:xfrm>
            <a:off x="1455419" y="1021081"/>
            <a:ext cx="5334000" cy="10160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15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9" name="Text Placeholder 9"/>
          <p:cNvSpPr>
            <a:spLocks noGrp="1"/>
          </p:cNvSpPr>
          <p:nvPr>
            <p:ph type="body" sz="quarter" idx="12"/>
          </p:nvPr>
        </p:nvSpPr>
        <p:spPr>
          <a:xfrm>
            <a:off x="1455419" y="2149435"/>
            <a:ext cx="5334000" cy="866065"/>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1500"/>
            </a:lvl4pPr>
            <a:lvl5pPr marL="953785" indent="-191816">
              <a:buFont typeface="Wingdings" panose="05000000000000000000" pitchFamily="2" charset="2"/>
              <a:buChar char="§"/>
              <a:defRPr sz="1500"/>
            </a:lvl5pPr>
          </a:lstStyle>
          <a:p>
            <a:pPr lvl="0"/>
            <a:r>
              <a:rPr lang="en-US"/>
              <a:t>Click to edit Master text styles</a:t>
            </a:r>
          </a:p>
          <a:p>
            <a:pPr lvl="1"/>
            <a:r>
              <a:rPr lang="en-US"/>
              <a:t>Second level</a:t>
            </a:r>
          </a:p>
          <a:p>
            <a:pPr lvl="2"/>
            <a:r>
              <a:rPr lang="en-US"/>
              <a:t>Third level</a:t>
            </a:r>
          </a:p>
        </p:txBody>
      </p:sp>
      <p:sp>
        <p:nvSpPr>
          <p:cNvPr id="20" name="Text Placeholder 9"/>
          <p:cNvSpPr>
            <a:spLocks noGrp="1"/>
          </p:cNvSpPr>
          <p:nvPr>
            <p:ph type="body" sz="quarter" idx="13"/>
          </p:nvPr>
        </p:nvSpPr>
        <p:spPr>
          <a:xfrm>
            <a:off x="1455419" y="3101935"/>
            <a:ext cx="5334000" cy="2199565"/>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9"/>
          <p:cNvSpPr>
            <a:spLocks noGrp="1"/>
          </p:cNvSpPr>
          <p:nvPr>
            <p:ph type="body" sz="quarter" idx="14"/>
          </p:nvPr>
        </p:nvSpPr>
        <p:spPr>
          <a:xfrm>
            <a:off x="1455419" y="5379000"/>
            <a:ext cx="5334000" cy="11615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15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2" name="Rectangle 11">
            <a:extLst>
              <a:ext uri="{FF2B5EF4-FFF2-40B4-BE49-F238E27FC236}">
                <a16:creationId xmlns:a16="http://schemas.microsoft.com/office/drawing/2014/main" id="{8323BB42-6817-4AA3-B0D8-C27D7E5539E5}"/>
              </a:ext>
            </a:extLst>
          </p:cNvPr>
          <p:cNvSpPr/>
          <p:nvPr/>
        </p:nvSpPr>
        <p:spPr bwMode="auto">
          <a:xfrm>
            <a:off x="205740" y="1021080"/>
            <a:ext cx="1249680" cy="1016001"/>
          </a:xfrm>
          <a:prstGeom prst="rect">
            <a:avLst/>
          </a:prstGeom>
          <a:gradFill flip="none" rotWithShape="1">
            <a:gsLst>
              <a:gs pos="0">
                <a:srgbClr val="699A4B">
                  <a:shade val="30000"/>
                  <a:satMod val="115000"/>
                </a:srgbClr>
              </a:gs>
              <a:gs pos="50000">
                <a:srgbClr val="699A4B">
                  <a:shade val="67500"/>
                  <a:satMod val="115000"/>
                </a:srgbClr>
              </a:gs>
              <a:gs pos="100000">
                <a:srgbClr val="699A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CONTEXT</a:t>
            </a:r>
          </a:p>
        </p:txBody>
      </p:sp>
      <p:sp>
        <p:nvSpPr>
          <p:cNvPr id="13" name="Rectangle 12">
            <a:extLst>
              <a:ext uri="{FF2B5EF4-FFF2-40B4-BE49-F238E27FC236}">
                <a16:creationId xmlns:a16="http://schemas.microsoft.com/office/drawing/2014/main" id="{28AD1E19-9D32-45B0-A28A-AAF2559517D9}"/>
              </a:ext>
            </a:extLst>
          </p:cNvPr>
          <p:cNvSpPr/>
          <p:nvPr/>
        </p:nvSpPr>
        <p:spPr bwMode="auto">
          <a:xfrm>
            <a:off x="205740" y="2148840"/>
            <a:ext cx="1249680" cy="866065"/>
          </a:xfrm>
          <a:prstGeom prst="rect">
            <a:avLst/>
          </a:prstGeom>
          <a:gradFill flip="none" rotWithShape="1">
            <a:gsLst>
              <a:gs pos="0">
                <a:srgbClr val="FB963C">
                  <a:shade val="30000"/>
                  <a:satMod val="115000"/>
                </a:srgbClr>
              </a:gs>
              <a:gs pos="50000">
                <a:srgbClr val="FB963C">
                  <a:shade val="67500"/>
                  <a:satMod val="115000"/>
                </a:srgbClr>
              </a:gs>
              <a:gs pos="100000">
                <a:srgbClr val="FB963C">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CHALLENGE</a:t>
            </a:r>
          </a:p>
        </p:txBody>
      </p:sp>
      <p:sp>
        <p:nvSpPr>
          <p:cNvPr id="14" name="Rectangle 13">
            <a:extLst>
              <a:ext uri="{FF2B5EF4-FFF2-40B4-BE49-F238E27FC236}">
                <a16:creationId xmlns:a16="http://schemas.microsoft.com/office/drawing/2014/main" id="{95B708CB-6373-40AC-ADD7-27D8AFD7984D}"/>
              </a:ext>
            </a:extLst>
          </p:cNvPr>
          <p:cNvSpPr/>
          <p:nvPr/>
        </p:nvSpPr>
        <p:spPr bwMode="auto">
          <a:xfrm>
            <a:off x="205740" y="3100745"/>
            <a:ext cx="1249680" cy="2199565"/>
          </a:xfrm>
          <a:prstGeom prst="rect">
            <a:avLst/>
          </a:prstGeom>
          <a:gradFill flip="none" rotWithShape="1">
            <a:gsLst>
              <a:gs pos="0">
                <a:srgbClr val="FDD13D">
                  <a:shade val="30000"/>
                  <a:satMod val="115000"/>
                </a:srgbClr>
              </a:gs>
              <a:gs pos="50000">
                <a:srgbClr val="FDD13D">
                  <a:shade val="67500"/>
                  <a:satMod val="115000"/>
                </a:srgbClr>
              </a:gs>
              <a:gs pos="100000">
                <a:srgbClr val="FDD13D">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endParaRPr lang="en-IN" sz="1333" b="1" kern="0" spc="-67" baseline="0">
              <a:gradFill>
                <a:gsLst>
                  <a:gs pos="0">
                    <a:srgbClr val="FFFFFF"/>
                  </a:gs>
                  <a:gs pos="100000">
                    <a:srgbClr val="FFFFFF"/>
                  </a:gs>
                </a:gsLst>
                <a:lin ang="5400000" scaled="0"/>
              </a:gradFill>
              <a:ea typeface="Segoe UI" pitchFamily="34" charset="0"/>
              <a:cs typeface="Segoe UI" pitchFamily="34" charset="0"/>
            </a:endParaRPr>
          </a:p>
          <a:p>
            <a:pPr algn="ctr" defTabSz="1218460"/>
            <a:r>
              <a:rPr lang="en-IN" sz="1333" b="1" kern="0" spc="-67" baseline="0">
                <a:gradFill>
                  <a:gsLst>
                    <a:gs pos="0">
                      <a:srgbClr val="FFFFFF"/>
                    </a:gs>
                    <a:gs pos="100000">
                      <a:srgbClr val="FFFFFF"/>
                    </a:gs>
                  </a:gsLst>
                  <a:lin ang="5400000" scaled="0"/>
                </a:gradFill>
                <a:ea typeface="Segoe UI" pitchFamily="34" charset="0"/>
                <a:cs typeface="Segoe UI" pitchFamily="34" charset="0"/>
              </a:rPr>
              <a:t>SOLUTION</a:t>
            </a:r>
            <a:endParaRPr lang="en-IN" sz="1333" b="1" kern="0" spc="-67">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A8289611-71B9-4D88-A00F-DEA1FFC05C37}"/>
              </a:ext>
            </a:extLst>
          </p:cNvPr>
          <p:cNvSpPr/>
          <p:nvPr/>
        </p:nvSpPr>
        <p:spPr bwMode="auto">
          <a:xfrm>
            <a:off x="205740" y="5377810"/>
            <a:ext cx="1249680" cy="1161500"/>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BENEFITS </a:t>
            </a:r>
          </a:p>
        </p:txBody>
      </p:sp>
    </p:spTree>
    <p:extLst>
      <p:ext uri="{BB962C8B-B14F-4D97-AF65-F5344CB8AC3E}">
        <p14:creationId xmlns:p14="http://schemas.microsoft.com/office/powerpoint/2010/main" val="377132447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se Study 3">
    <p:spTree>
      <p:nvGrpSpPr>
        <p:cNvPr id="1" name=""/>
        <p:cNvGrpSpPr/>
        <p:nvPr/>
      </p:nvGrpSpPr>
      <p:grpSpPr>
        <a:xfrm>
          <a:off x="0" y="0"/>
          <a:ext cx="0" cy="0"/>
          <a:chOff x="0" y="0"/>
          <a:chExt cx="0" cy="0"/>
        </a:xfrm>
      </p:grpSpPr>
      <p:sp>
        <p:nvSpPr>
          <p:cNvPr id="15" name="Content Placeholder 15">
            <a:extLst>
              <a:ext uri="{FF2B5EF4-FFF2-40B4-BE49-F238E27FC236}">
                <a16:creationId xmlns:a16="http://schemas.microsoft.com/office/drawing/2014/main" id="{BB497F5D-FF60-4BA6-8F6B-3F3B6B651562}"/>
              </a:ext>
            </a:extLst>
          </p:cNvPr>
          <p:cNvSpPr>
            <a:spLocks noGrp="1"/>
          </p:cNvSpPr>
          <p:nvPr>
            <p:ph sz="quarter" idx="10" hasCustomPrompt="1"/>
          </p:nvPr>
        </p:nvSpPr>
        <p:spPr>
          <a:xfrm>
            <a:off x="6921500" y="1047000"/>
            <a:ext cx="5016500" cy="5493500"/>
          </a:xfrm>
          <a:prstGeom prst="rect">
            <a:avLst/>
          </a:prstGeom>
        </p:spPr>
        <p:txBody>
          <a:bodyPr/>
          <a:lstStyle>
            <a:lvl1pPr>
              <a:defRPr/>
            </a:lvl1pPr>
          </a:lstStyle>
          <a:p>
            <a:pPr lvl="0"/>
            <a:r>
              <a:rPr lang="en-US"/>
              <a:t>Insert Case Study Diagram or Description</a:t>
            </a:r>
          </a:p>
          <a:p>
            <a:pPr lvl="1"/>
            <a:r>
              <a:rPr lang="en-US"/>
              <a:t>Second level</a:t>
            </a:r>
          </a:p>
          <a:p>
            <a:pPr lvl="2"/>
            <a:r>
              <a:rPr lang="en-US"/>
              <a:t>Third level</a:t>
            </a:r>
          </a:p>
          <a:p>
            <a:pPr lvl="3"/>
            <a:r>
              <a:rPr lang="en-US"/>
              <a:t>Fourth level</a:t>
            </a:r>
          </a:p>
          <a:p>
            <a:pPr lvl="4"/>
            <a:r>
              <a:rPr lang="en-US"/>
              <a:t>Fifth level</a:t>
            </a:r>
          </a:p>
        </p:txBody>
      </p:sp>
      <p:sp>
        <p:nvSpPr>
          <p:cNvPr id="17" name="Text Placeholder 9">
            <a:extLst>
              <a:ext uri="{FF2B5EF4-FFF2-40B4-BE49-F238E27FC236}">
                <a16:creationId xmlns:a16="http://schemas.microsoft.com/office/drawing/2014/main" id="{6177E5CE-0E75-4EFA-8F3A-1BA3033B718B}"/>
              </a:ext>
            </a:extLst>
          </p:cNvPr>
          <p:cNvSpPr>
            <a:spLocks noGrp="1"/>
          </p:cNvSpPr>
          <p:nvPr>
            <p:ph type="body" sz="quarter" idx="11"/>
          </p:nvPr>
        </p:nvSpPr>
        <p:spPr>
          <a:xfrm>
            <a:off x="1456139" y="1018021"/>
            <a:ext cx="5334000" cy="1016001"/>
          </a:xfrm>
          <a:prstGeom prst="rect">
            <a:avLst/>
          </a:prstGeom>
          <a:ln>
            <a:solidFill>
              <a:schemeClr val="bg1">
                <a:lumMod val="85000"/>
              </a:schemeClr>
            </a:solidFill>
          </a:ln>
        </p:spPr>
        <p:txBody>
          <a:bodyPr anchor="ctr">
            <a:no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15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8" name="Text Placeholder 9">
            <a:extLst>
              <a:ext uri="{FF2B5EF4-FFF2-40B4-BE49-F238E27FC236}">
                <a16:creationId xmlns:a16="http://schemas.microsoft.com/office/drawing/2014/main" id="{6EB56A47-0B63-4CD3-94F7-DF8306AB43DF}"/>
              </a:ext>
            </a:extLst>
          </p:cNvPr>
          <p:cNvSpPr>
            <a:spLocks noGrp="1"/>
          </p:cNvSpPr>
          <p:nvPr>
            <p:ph type="body" sz="quarter" idx="13"/>
          </p:nvPr>
        </p:nvSpPr>
        <p:spPr>
          <a:xfrm>
            <a:off x="1455419" y="2137440"/>
            <a:ext cx="5334000" cy="2970501"/>
          </a:xfrm>
          <a:prstGeom prst="rect">
            <a:avLst/>
          </a:prstGeo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9">
            <a:extLst>
              <a:ext uri="{FF2B5EF4-FFF2-40B4-BE49-F238E27FC236}">
                <a16:creationId xmlns:a16="http://schemas.microsoft.com/office/drawing/2014/main" id="{F993636B-2910-4584-9725-D4EDC7994643}"/>
              </a:ext>
            </a:extLst>
          </p:cNvPr>
          <p:cNvSpPr>
            <a:spLocks noGrp="1"/>
          </p:cNvSpPr>
          <p:nvPr>
            <p:ph type="body" sz="quarter" idx="14"/>
          </p:nvPr>
        </p:nvSpPr>
        <p:spPr>
          <a:xfrm>
            <a:off x="1455419" y="5185441"/>
            <a:ext cx="5334000" cy="1351999"/>
          </a:xfrm>
          <a:prstGeom prst="rect">
            <a:avLst/>
          </a:prstGeo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15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22" name="Rectangle 21">
            <a:extLst>
              <a:ext uri="{FF2B5EF4-FFF2-40B4-BE49-F238E27FC236}">
                <a16:creationId xmlns:a16="http://schemas.microsoft.com/office/drawing/2014/main" id="{990BB79D-2E49-441B-84F5-5EA8AE9F46E4}"/>
              </a:ext>
            </a:extLst>
          </p:cNvPr>
          <p:cNvSpPr/>
          <p:nvPr/>
        </p:nvSpPr>
        <p:spPr bwMode="auto">
          <a:xfrm>
            <a:off x="205740" y="1021080"/>
            <a:ext cx="1249680" cy="1016001"/>
          </a:xfrm>
          <a:prstGeom prst="rect">
            <a:avLst/>
          </a:prstGeom>
          <a:gradFill flip="none" rotWithShape="1">
            <a:gsLst>
              <a:gs pos="0">
                <a:srgbClr val="669E44">
                  <a:shade val="30000"/>
                  <a:satMod val="115000"/>
                </a:srgbClr>
              </a:gs>
              <a:gs pos="50000">
                <a:srgbClr val="669E44">
                  <a:shade val="67500"/>
                  <a:satMod val="115000"/>
                </a:srgbClr>
              </a:gs>
              <a:gs pos="100000">
                <a:srgbClr val="669E44">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 CONTEXT</a:t>
            </a:r>
          </a:p>
        </p:txBody>
      </p:sp>
      <p:sp>
        <p:nvSpPr>
          <p:cNvPr id="23" name="Rectangle 22">
            <a:extLst>
              <a:ext uri="{FF2B5EF4-FFF2-40B4-BE49-F238E27FC236}">
                <a16:creationId xmlns:a16="http://schemas.microsoft.com/office/drawing/2014/main" id="{DBAD2946-76AA-476A-A6B1-F245734CB665}"/>
              </a:ext>
            </a:extLst>
          </p:cNvPr>
          <p:cNvSpPr/>
          <p:nvPr/>
        </p:nvSpPr>
        <p:spPr bwMode="auto">
          <a:xfrm>
            <a:off x="205740" y="2137440"/>
            <a:ext cx="1249680" cy="2970501"/>
          </a:xfrm>
          <a:prstGeom prst="rect">
            <a:avLst/>
          </a:prstGeom>
          <a:gradFill flip="none" rotWithShape="1">
            <a:gsLst>
              <a:gs pos="0">
                <a:srgbClr val="FED23E">
                  <a:shade val="30000"/>
                  <a:satMod val="115000"/>
                </a:srgbClr>
              </a:gs>
              <a:gs pos="50000">
                <a:srgbClr val="FED23E">
                  <a:shade val="67500"/>
                  <a:satMod val="115000"/>
                </a:srgbClr>
              </a:gs>
              <a:gs pos="100000">
                <a:srgbClr val="FED23E">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r>
              <a:rPr lang="en-IN" sz="1333" b="1" kern="0" spc="-67" baseline="0">
                <a:gradFill>
                  <a:gsLst>
                    <a:gs pos="0">
                      <a:srgbClr val="FFFFFF"/>
                    </a:gs>
                    <a:gs pos="100000">
                      <a:srgbClr val="FFFFFF"/>
                    </a:gs>
                  </a:gsLst>
                  <a:lin ang="5400000" scaled="0"/>
                </a:gradFill>
                <a:ea typeface="Segoe UI" pitchFamily="34" charset="0"/>
                <a:cs typeface="Segoe UI" pitchFamily="34" charset="0"/>
              </a:rPr>
              <a:t> SOLUTION</a:t>
            </a:r>
            <a:endParaRPr lang="en-IN" sz="1333" b="1" kern="0" spc="-67">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AB9F9B79-CB55-4936-8D72-0829D54436C7}"/>
              </a:ext>
            </a:extLst>
          </p:cNvPr>
          <p:cNvSpPr/>
          <p:nvPr/>
        </p:nvSpPr>
        <p:spPr bwMode="auto">
          <a:xfrm>
            <a:off x="205740" y="5188501"/>
            <a:ext cx="1249680" cy="1351999"/>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BENEFITS </a:t>
            </a:r>
          </a:p>
        </p:txBody>
      </p:sp>
      <p:sp>
        <p:nvSpPr>
          <p:cNvPr id="11" name="Title Placeholder 1">
            <a:extLst>
              <a:ext uri="{FF2B5EF4-FFF2-40B4-BE49-F238E27FC236}">
                <a16:creationId xmlns:a16="http://schemas.microsoft.com/office/drawing/2014/main" id="{F6DE2F05-D829-4E52-A343-15BD8035B570}"/>
              </a:ext>
            </a:extLst>
          </p:cNvPr>
          <p:cNvSpPr>
            <a:spLocks noGrp="1"/>
          </p:cNvSpPr>
          <p:nvPr>
            <p:ph type="title"/>
          </p:nvPr>
        </p:nvSpPr>
        <p:spPr>
          <a:xfrm>
            <a:off x="133472" y="325593"/>
            <a:ext cx="9906000" cy="547531"/>
          </a:xfrm>
          <a:prstGeom prst="rect">
            <a:avLst/>
          </a:prstGeom>
          <a:noFill/>
        </p:spPr>
        <p:txBody>
          <a:bodyPr vert="horz" lIns="68265" tIns="34134" rIns="68265" bIns="34134" rtlCol="0" anchor="ctr">
            <a:normAutofit/>
          </a:bodyPr>
          <a:lstStyle/>
          <a:p>
            <a:r>
              <a:rPr lang="en-US"/>
              <a:t>Click to edit Master title style</a:t>
            </a:r>
          </a:p>
        </p:txBody>
      </p:sp>
    </p:spTree>
    <p:extLst>
      <p:ext uri="{BB962C8B-B14F-4D97-AF65-F5344CB8AC3E}">
        <p14:creationId xmlns:p14="http://schemas.microsoft.com/office/powerpoint/2010/main" val="26894240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se Study 4">
    <p:spTree>
      <p:nvGrpSpPr>
        <p:cNvPr id="1" name=""/>
        <p:cNvGrpSpPr/>
        <p:nvPr/>
      </p:nvGrpSpPr>
      <p:grpSpPr>
        <a:xfrm>
          <a:off x="0" y="0"/>
          <a:ext cx="0" cy="0"/>
          <a:chOff x="0" y="0"/>
          <a:chExt cx="0" cy="0"/>
        </a:xfrm>
      </p:grpSpPr>
      <p:sp>
        <p:nvSpPr>
          <p:cNvPr id="16" name="Text Placeholder 15"/>
          <p:cNvSpPr>
            <a:spLocks noGrp="1"/>
          </p:cNvSpPr>
          <p:nvPr>
            <p:ph type="body" sz="quarter" idx="11"/>
          </p:nvPr>
        </p:nvSpPr>
        <p:spPr>
          <a:xfrm>
            <a:off x="1602737" y="1021080"/>
            <a:ext cx="3937003" cy="1409700"/>
          </a:xfrm>
          <a:ln>
            <a:solidFill>
              <a:schemeClr val="bg1">
                <a:lumMod val="85000"/>
              </a:schemeClr>
            </a:solidFill>
          </a:ln>
        </p:spPr>
        <p:txBody>
          <a:bodyPr anchor="ctr">
            <a:normAutofit/>
          </a:bodyPr>
          <a:lstStyle>
            <a:lvl1pPr marL="0" indent="0">
              <a:buNone/>
              <a:defRPr sz="2000">
                <a:solidFill>
                  <a:schemeClr val="tx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5" name="Rectangle 4"/>
          <p:cNvSpPr/>
          <p:nvPr/>
        </p:nvSpPr>
        <p:spPr bwMode="auto">
          <a:xfrm>
            <a:off x="205740" y="1021080"/>
            <a:ext cx="1396997" cy="1409700"/>
          </a:xfrm>
          <a:prstGeom prst="rect">
            <a:avLst/>
          </a:prstGeom>
          <a:solidFill>
            <a:srgbClr val="00B0F0">
              <a:alpha val="85000"/>
            </a:srgbClr>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218598">
              <a:defRPr/>
            </a:pPr>
            <a:r>
              <a:rPr lang="en-IN" sz="2000"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Problem</a:t>
            </a:r>
          </a:p>
          <a:p>
            <a:pPr algn="ctr" defTabSz="1218598">
              <a:defRPr/>
            </a:pPr>
            <a:r>
              <a:rPr lang="en-IN" sz="2000"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Statement</a:t>
            </a:r>
          </a:p>
        </p:txBody>
      </p:sp>
      <p:sp>
        <p:nvSpPr>
          <p:cNvPr id="11" name="Picture Placeholder 10"/>
          <p:cNvSpPr>
            <a:spLocks noGrp="1"/>
          </p:cNvSpPr>
          <p:nvPr>
            <p:ph type="pic" sz="quarter" idx="10"/>
          </p:nvPr>
        </p:nvSpPr>
        <p:spPr>
          <a:xfrm>
            <a:off x="5715000" y="1029228"/>
            <a:ext cx="6271260" cy="5447772"/>
          </a:xfrm>
        </p:spPr>
        <p:txBody>
          <a:bodyPr/>
          <a:lstStyle>
            <a:lvl1pPr>
              <a:defRPr>
                <a:latin typeface="Calibri" panose="020F0502020204030204" pitchFamily="34" charset="0"/>
                <a:cs typeface="Calibri" panose="020F0502020204030204" pitchFamily="34" charset="0"/>
              </a:defRPr>
            </a:lvl1pPr>
          </a:lstStyle>
          <a:p>
            <a:r>
              <a:rPr lang="en-US"/>
              <a:t>Click icon to add picture</a:t>
            </a:r>
          </a:p>
        </p:txBody>
      </p:sp>
      <p:sp>
        <p:nvSpPr>
          <p:cNvPr id="18" name="Text Placeholder 17"/>
          <p:cNvSpPr>
            <a:spLocks noGrp="1"/>
          </p:cNvSpPr>
          <p:nvPr>
            <p:ph type="body" sz="quarter" idx="12" hasCustomPrompt="1"/>
          </p:nvPr>
        </p:nvSpPr>
        <p:spPr>
          <a:xfrm>
            <a:off x="205740" y="3251727"/>
            <a:ext cx="5334000" cy="3225273"/>
          </a:xfrm>
          <a:ln>
            <a:solidFill>
              <a:schemeClr val="bg1">
                <a:lumMod val="85000"/>
              </a:schemeClr>
            </a:solidFill>
          </a:ln>
        </p:spPr>
        <p:txBody>
          <a:bodyPr anchor="t">
            <a:normAutofit/>
          </a:bodyPr>
          <a:lstStyle>
            <a:lvl1pPr marL="288384" indent="-288384">
              <a:buClr>
                <a:srgbClr val="0093DD"/>
              </a:buClr>
              <a:buFont typeface="Wingdings" panose="05000000000000000000" pitchFamily="2" charset="2"/>
              <a:buChar char="ü"/>
              <a:defRPr sz="2000">
                <a:solidFill>
                  <a:schemeClr val="tx1"/>
                </a:solidFill>
                <a:latin typeface="Calibri" panose="020F0502020204030204" pitchFamily="34" charset="0"/>
                <a:cs typeface="Calibri" panose="020F0502020204030204" pitchFamily="34" charset="0"/>
              </a:defRPr>
            </a:lvl1pPr>
            <a:lvl2pPr marL="571477" indent="-283093">
              <a:defRPr sz="1833">
                <a:latin typeface="Calibri" panose="020F0502020204030204" pitchFamily="34" charset="0"/>
                <a:cs typeface="Calibri" panose="020F0502020204030204" pitchFamily="34" charset="0"/>
              </a:defRPr>
            </a:lvl2pPr>
            <a:lvl3pPr marL="859861" indent="-288384">
              <a:defRPr sz="1667">
                <a:latin typeface="Calibri" panose="020F0502020204030204" pitchFamily="34" charset="0"/>
                <a:cs typeface="Calibri" panose="020F0502020204030204" pitchFamily="34" charset="0"/>
              </a:defRPr>
            </a:lvl3pPr>
          </a:lstStyle>
          <a:p>
            <a:pPr lvl="0"/>
            <a:r>
              <a:rPr lang="en-US"/>
              <a:t>Enter Value Proposition</a:t>
            </a:r>
          </a:p>
          <a:p>
            <a:pPr lvl="1"/>
            <a:r>
              <a:rPr lang="en-US"/>
              <a:t>Second Level</a:t>
            </a:r>
          </a:p>
          <a:p>
            <a:pPr lvl="2"/>
            <a:r>
              <a:rPr lang="en-US"/>
              <a:t>Third Level</a:t>
            </a:r>
          </a:p>
        </p:txBody>
      </p:sp>
      <p:sp>
        <p:nvSpPr>
          <p:cNvPr id="10" name="Title 9">
            <a:extLst>
              <a:ext uri="{FF2B5EF4-FFF2-40B4-BE49-F238E27FC236}">
                <a16:creationId xmlns:a16="http://schemas.microsoft.com/office/drawing/2014/main" id="{CAB42664-D87D-4D83-91EC-7E510E152D6A}"/>
              </a:ext>
            </a:extLst>
          </p:cNvPr>
          <p:cNvSpPr>
            <a:spLocks noGrp="1"/>
          </p:cNvSpPr>
          <p:nvPr>
            <p:ph type="title"/>
          </p:nvPr>
        </p:nvSpPr>
        <p:spPr/>
        <p:txBody>
          <a:bodyPr/>
          <a:lstStyle/>
          <a:p>
            <a:r>
              <a:rPr lang="en-US"/>
              <a:t>Click to edit Master title style</a:t>
            </a:r>
          </a:p>
        </p:txBody>
      </p:sp>
      <p:sp>
        <p:nvSpPr>
          <p:cNvPr id="13" name="Rectangle 12">
            <a:extLst>
              <a:ext uri="{FF2B5EF4-FFF2-40B4-BE49-F238E27FC236}">
                <a16:creationId xmlns:a16="http://schemas.microsoft.com/office/drawing/2014/main" id="{CDFD3CC7-DA05-4FB2-814F-7487099E4B8F}"/>
              </a:ext>
            </a:extLst>
          </p:cNvPr>
          <p:cNvSpPr/>
          <p:nvPr/>
        </p:nvSpPr>
        <p:spPr bwMode="auto">
          <a:xfrm>
            <a:off x="205740" y="2553224"/>
            <a:ext cx="5334000" cy="698503"/>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81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52400" tIns="76200" rIns="152400" bIns="76200" numCol="1" spcCol="0" rtlCol="0" fromWordArt="0" anchor="ctr" anchorCtr="0" forceAA="0" compatLnSpc="1">
            <a:prstTxWarp prst="textNoShape">
              <a:avLst/>
            </a:prstTxWarp>
            <a:noAutofit/>
          </a:bodyPr>
          <a:lstStyle/>
          <a:p>
            <a:pPr defTabSz="1218598"/>
            <a:r>
              <a:rPr lang="en-IN" sz="1867"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Unique Value Proposition</a:t>
            </a:r>
          </a:p>
        </p:txBody>
      </p:sp>
    </p:spTree>
    <p:extLst>
      <p:ext uri="{BB962C8B-B14F-4D97-AF65-F5344CB8AC3E}">
        <p14:creationId xmlns:p14="http://schemas.microsoft.com/office/powerpoint/2010/main" val="725396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se Study 5">
    <p:spTree>
      <p:nvGrpSpPr>
        <p:cNvPr id="1" name=""/>
        <p:cNvGrpSpPr/>
        <p:nvPr/>
      </p:nvGrpSpPr>
      <p:grpSpPr>
        <a:xfrm>
          <a:off x="0" y="0"/>
          <a:ext cx="0" cy="0"/>
          <a:chOff x="0" y="0"/>
          <a:chExt cx="0" cy="0"/>
        </a:xfrm>
      </p:grpSpPr>
      <p:sp>
        <p:nvSpPr>
          <p:cNvPr id="27" name="Text Placeholder 26"/>
          <p:cNvSpPr>
            <a:spLocks noGrp="1"/>
          </p:cNvSpPr>
          <p:nvPr>
            <p:ph type="body" sz="quarter" idx="11"/>
          </p:nvPr>
        </p:nvSpPr>
        <p:spPr>
          <a:xfrm>
            <a:off x="1583139" y="1021080"/>
            <a:ext cx="4343400" cy="2667000"/>
          </a:xfrm>
        </p:spPr>
        <p:txBody>
          <a:bodyPr anchor="ctr">
            <a:normAutofit/>
          </a:bodyPr>
          <a:lstStyle>
            <a:lvl1pPr marL="0" indent="0">
              <a:buNone/>
              <a:defRPr sz="2000">
                <a:solidFill>
                  <a:schemeClr val="tx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29" name="Text Placeholder 28"/>
          <p:cNvSpPr>
            <a:spLocks noGrp="1"/>
          </p:cNvSpPr>
          <p:nvPr>
            <p:ph type="body" sz="quarter" idx="12"/>
          </p:nvPr>
        </p:nvSpPr>
        <p:spPr>
          <a:xfrm>
            <a:off x="7670793" y="1021080"/>
            <a:ext cx="4343400" cy="2667000"/>
          </a:xfrm>
        </p:spPr>
        <p:txBody>
          <a:bodyPr anchor="ctr">
            <a:normAutofit/>
          </a:bodyPr>
          <a:lstStyle>
            <a:lvl1pPr marL="380985" indent="-380985">
              <a:buClr>
                <a:srgbClr val="0093DD"/>
              </a:buClr>
              <a:buFont typeface="Wingdings" panose="05000000000000000000" pitchFamily="2" charset="2"/>
              <a:buChar char="ü"/>
              <a:defRPr sz="2000">
                <a:solidFill>
                  <a:schemeClr val="tx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20" name="Rectangle 19"/>
          <p:cNvSpPr/>
          <p:nvPr/>
        </p:nvSpPr>
        <p:spPr bwMode="auto">
          <a:xfrm>
            <a:off x="205740" y="1021079"/>
            <a:ext cx="1377400" cy="2667000"/>
          </a:xfrm>
          <a:prstGeom prst="rect">
            <a:avLst/>
          </a:prstGeom>
          <a:solidFill>
            <a:srgbClr val="00B0F0">
              <a:alpha val="85000"/>
            </a:srgbClr>
          </a:solidFill>
          <a:ln w="9525" cap="flat" cmpd="sng" algn="ctr">
            <a:noFill/>
            <a:prstDash val="solid"/>
            <a:headEnd type="none" w="med" len="med"/>
            <a:tailEnd type="none" w="med" len="med"/>
          </a:ln>
          <a:effectLst/>
        </p:spPr>
        <p:txBody>
          <a:bodyPr rot="0" spcFirstLastPara="0" vertOverflow="overflow" horzOverflow="overflow" vert="horz" wrap="square" lIns="101600" tIns="50800" rIns="50800" bIns="101600" numCol="1" spcCol="0" rtlCol="0" fromWordArt="0" anchor="ctr" anchorCtr="0" forceAA="0" compatLnSpc="1">
            <a:prstTxWarp prst="textNoShape">
              <a:avLst/>
            </a:prstTxWarp>
            <a:noAutofit/>
          </a:bodyPr>
          <a:lstStyle/>
          <a:p>
            <a:pPr algn="ctr" defTabSz="1218598"/>
            <a:r>
              <a:rPr lang="en-IN" sz="2000"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Problem</a:t>
            </a:r>
          </a:p>
          <a:p>
            <a:pPr algn="ctr" defTabSz="1218598"/>
            <a:r>
              <a:rPr lang="en-IN" sz="2000"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Statement</a:t>
            </a:r>
          </a:p>
        </p:txBody>
      </p:sp>
      <p:sp>
        <p:nvSpPr>
          <p:cNvPr id="24" name="Picture Placeholder 23"/>
          <p:cNvSpPr>
            <a:spLocks noGrp="1"/>
          </p:cNvSpPr>
          <p:nvPr>
            <p:ph type="pic" sz="quarter" idx="10"/>
          </p:nvPr>
        </p:nvSpPr>
        <p:spPr>
          <a:xfrm>
            <a:off x="205740" y="3873499"/>
            <a:ext cx="11808453" cy="2667000"/>
          </a:xfrm>
        </p:spPr>
        <p:txBody>
          <a:bodyPr/>
          <a:lstStyle>
            <a:lvl1pPr>
              <a:defRPr sz="2000">
                <a:latin typeface="Calibri" panose="020F0502020204030204" pitchFamily="34" charset="0"/>
                <a:cs typeface="Calibri" panose="020F0502020204030204" pitchFamily="34" charset="0"/>
              </a:defRPr>
            </a:lvl1pPr>
          </a:lstStyle>
          <a:p>
            <a:r>
              <a:rPr lang="en-US"/>
              <a:t>Click icon to add picture</a:t>
            </a:r>
          </a:p>
        </p:txBody>
      </p:sp>
      <p:sp>
        <p:nvSpPr>
          <p:cNvPr id="3" name="Title 2">
            <a:extLst>
              <a:ext uri="{FF2B5EF4-FFF2-40B4-BE49-F238E27FC236}">
                <a16:creationId xmlns:a16="http://schemas.microsoft.com/office/drawing/2014/main" id="{EE447F24-2DDD-48EB-AA4E-F0EA006C6F0E}"/>
              </a:ext>
            </a:extLst>
          </p:cNvPr>
          <p:cNvSpPr>
            <a:spLocks noGrp="1"/>
          </p:cNvSpPr>
          <p:nvPr>
            <p:ph type="title"/>
          </p:nvPr>
        </p:nvSpPr>
        <p:spPr/>
        <p:txBody>
          <a:bodyPr/>
          <a:lstStyle/>
          <a:p>
            <a:r>
              <a:rPr lang="en-US"/>
              <a:t>Click to edit Master title style</a:t>
            </a:r>
          </a:p>
        </p:txBody>
      </p:sp>
      <p:sp>
        <p:nvSpPr>
          <p:cNvPr id="16" name="Rectangle 15">
            <a:extLst>
              <a:ext uri="{FF2B5EF4-FFF2-40B4-BE49-F238E27FC236}">
                <a16:creationId xmlns:a16="http://schemas.microsoft.com/office/drawing/2014/main" id="{68BB5818-4290-409C-8589-9EA5AB5431BB}"/>
              </a:ext>
            </a:extLst>
          </p:cNvPr>
          <p:cNvSpPr/>
          <p:nvPr/>
        </p:nvSpPr>
        <p:spPr bwMode="auto">
          <a:xfrm>
            <a:off x="6131525" y="1021080"/>
            <a:ext cx="1539268" cy="2666996"/>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81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52400" tIns="76200" rIns="152400" bIns="76200" numCol="1" spcCol="0" rtlCol="0" fromWordArt="0" anchor="ctr" anchorCtr="0" forceAA="0" compatLnSpc="1">
            <a:prstTxWarp prst="textNoShape">
              <a:avLst/>
            </a:prstTxWarp>
            <a:noAutofit/>
          </a:bodyPr>
          <a:lstStyle/>
          <a:p>
            <a:pPr algn="ctr" defTabSz="1218598"/>
            <a:r>
              <a:rPr lang="en-IN" sz="2000"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Unique Value Proposition</a:t>
            </a:r>
          </a:p>
        </p:txBody>
      </p:sp>
    </p:spTree>
    <p:extLst>
      <p:ext uri="{BB962C8B-B14F-4D97-AF65-F5344CB8AC3E}">
        <p14:creationId xmlns:p14="http://schemas.microsoft.com/office/powerpoint/2010/main" val="3081963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ase Study (no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Case Study Title</a:t>
            </a:r>
          </a:p>
        </p:txBody>
      </p:sp>
      <p:sp>
        <p:nvSpPr>
          <p:cNvPr id="10" name="Text Placeholder 9"/>
          <p:cNvSpPr>
            <a:spLocks noGrp="1"/>
          </p:cNvSpPr>
          <p:nvPr>
            <p:ph type="body" sz="quarter" idx="11"/>
          </p:nvPr>
        </p:nvSpPr>
        <p:spPr>
          <a:xfrm>
            <a:off x="1455420" y="1021078"/>
            <a:ext cx="4572000" cy="1215776"/>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9" name="Text Placeholder 9"/>
          <p:cNvSpPr>
            <a:spLocks noGrp="1"/>
          </p:cNvSpPr>
          <p:nvPr>
            <p:ph type="body" sz="quarter" idx="12"/>
          </p:nvPr>
        </p:nvSpPr>
        <p:spPr>
          <a:xfrm>
            <a:off x="1456139" y="2400298"/>
            <a:ext cx="4572000" cy="12192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20" name="Text Placeholder 9"/>
          <p:cNvSpPr>
            <a:spLocks noGrp="1"/>
          </p:cNvSpPr>
          <p:nvPr>
            <p:ph type="body" sz="quarter" idx="13"/>
          </p:nvPr>
        </p:nvSpPr>
        <p:spPr>
          <a:xfrm>
            <a:off x="1456139" y="3721100"/>
            <a:ext cx="10541868" cy="28194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9"/>
          <p:cNvSpPr>
            <a:spLocks noGrp="1"/>
          </p:cNvSpPr>
          <p:nvPr>
            <p:ph type="body" sz="quarter" idx="14"/>
          </p:nvPr>
        </p:nvSpPr>
        <p:spPr>
          <a:xfrm>
            <a:off x="7406409" y="1021080"/>
            <a:ext cx="4591598" cy="2598419"/>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15">
            <a:extLst>
              <a:ext uri="{FF2B5EF4-FFF2-40B4-BE49-F238E27FC236}">
                <a16:creationId xmlns:a16="http://schemas.microsoft.com/office/drawing/2014/main" id="{47206219-6FAB-492C-B518-614E2FC1C7F9}"/>
              </a:ext>
            </a:extLst>
          </p:cNvPr>
          <p:cNvSpPr/>
          <p:nvPr/>
        </p:nvSpPr>
        <p:spPr bwMode="auto">
          <a:xfrm>
            <a:off x="205740" y="2396306"/>
            <a:ext cx="1249680" cy="1223194"/>
          </a:xfrm>
          <a:prstGeom prst="rect">
            <a:avLst/>
          </a:prstGeom>
          <a:gradFill flip="none" rotWithShape="1">
            <a:gsLst>
              <a:gs pos="0">
                <a:srgbClr val="FB963C">
                  <a:shade val="30000"/>
                  <a:satMod val="115000"/>
                </a:srgbClr>
              </a:gs>
              <a:gs pos="50000">
                <a:srgbClr val="FB963C">
                  <a:shade val="67500"/>
                  <a:satMod val="115000"/>
                </a:srgbClr>
              </a:gs>
              <a:gs pos="100000">
                <a:srgbClr val="FB963C">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CHALLENGE</a:t>
            </a:r>
          </a:p>
        </p:txBody>
      </p:sp>
      <p:sp>
        <p:nvSpPr>
          <p:cNvPr id="17" name="Rectangle 16">
            <a:extLst>
              <a:ext uri="{FF2B5EF4-FFF2-40B4-BE49-F238E27FC236}">
                <a16:creationId xmlns:a16="http://schemas.microsoft.com/office/drawing/2014/main" id="{27F62DF1-821C-4620-A5D6-94B88130ABF5}"/>
              </a:ext>
            </a:extLst>
          </p:cNvPr>
          <p:cNvSpPr/>
          <p:nvPr/>
        </p:nvSpPr>
        <p:spPr bwMode="auto">
          <a:xfrm>
            <a:off x="6156007" y="1021081"/>
            <a:ext cx="1250402" cy="2598419"/>
          </a:xfrm>
          <a:prstGeom prst="rect">
            <a:avLst/>
          </a:prstGeom>
          <a:gradFill flip="none" rotWithShape="1">
            <a:gsLst>
              <a:gs pos="0">
                <a:srgbClr val="0093DD">
                  <a:shade val="30000"/>
                  <a:satMod val="115000"/>
                </a:srgbClr>
              </a:gs>
              <a:gs pos="50000">
                <a:srgbClr val="0093DD">
                  <a:shade val="67500"/>
                  <a:satMod val="115000"/>
                </a:srgbClr>
              </a:gs>
              <a:gs pos="100000">
                <a:srgbClr val="0093DD">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BENEFITS </a:t>
            </a:r>
          </a:p>
        </p:txBody>
      </p:sp>
      <p:sp>
        <p:nvSpPr>
          <p:cNvPr id="18" name="Rectangle 17">
            <a:extLst>
              <a:ext uri="{FF2B5EF4-FFF2-40B4-BE49-F238E27FC236}">
                <a16:creationId xmlns:a16="http://schemas.microsoft.com/office/drawing/2014/main" id="{D3130612-E972-488F-94C2-48D8D7D2710F}"/>
              </a:ext>
            </a:extLst>
          </p:cNvPr>
          <p:cNvSpPr/>
          <p:nvPr/>
        </p:nvSpPr>
        <p:spPr bwMode="auto">
          <a:xfrm>
            <a:off x="205740" y="3721100"/>
            <a:ext cx="1249680" cy="2819400"/>
          </a:xfrm>
          <a:prstGeom prst="rect">
            <a:avLst/>
          </a:prstGeom>
          <a:gradFill flip="none" rotWithShape="1">
            <a:gsLst>
              <a:gs pos="0">
                <a:srgbClr val="F4CC4B">
                  <a:shade val="30000"/>
                  <a:satMod val="115000"/>
                </a:srgbClr>
              </a:gs>
              <a:gs pos="50000">
                <a:srgbClr val="F4CC4B">
                  <a:shade val="67500"/>
                  <a:satMod val="115000"/>
                </a:srgbClr>
              </a:gs>
              <a:gs pos="100000">
                <a:srgbClr val="F4CC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endParaRPr lang="en-IN" sz="1333" b="1" kern="0" spc="-67" baseline="0">
              <a:gradFill>
                <a:gsLst>
                  <a:gs pos="0">
                    <a:srgbClr val="FFFFFF"/>
                  </a:gs>
                  <a:gs pos="100000">
                    <a:srgbClr val="FFFFFF"/>
                  </a:gs>
                </a:gsLst>
                <a:lin ang="5400000" scaled="0"/>
              </a:gradFill>
              <a:ea typeface="Segoe UI" pitchFamily="34" charset="0"/>
              <a:cs typeface="Segoe UI" pitchFamily="34" charset="0"/>
            </a:endParaRPr>
          </a:p>
          <a:p>
            <a:pPr algn="ctr" defTabSz="1218460"/>
            <a:r>
              <a:rPr lang="en-IN" sz="1333" b="1" kern="0" spc="-67" baseline="0">
                <a:gradFill>
                  <a:gsLst>
                    <a:gs pos="0">
                      <a:srgbClr val="FFFFFF"/>
                    </a:gs>
                    <a:gs pos="100000">
                      <a:srgbClr val="FFFFFF"/>
                    </a:gs>
                  </a:gsLst>
                  <a:lin ang="5400000" scaled="0"/>
                </a:gradFill>
                <a:ea typeface="Segoe UI" pitchFamily="34" charset="0"/>
                <a:cs typeface="Segoe UI" pitchFamily="34" charset="0"/>
              </a:rPr>
              <a:t>SOLUTION</a:t>
            </a:r>
            <a:endParaRPr lang="en-IN" sz="1333" b="1" kern="0" spc="-67">
              <a:gradFill>
                <a:gsLst>
                  <a:gs pos="0">
                    <a:srgbClr val="FFFFFF"/>
                  </a:gs>
                  <a:gs pos="100000">
                    <a:srgbClr val="FFFFFF"/>
                  </a:gs>
                </a:gsLst>
                <a:lin ang="5400000" scaled="0"/>
              </a:gradFill>
              <a:ea typeface="Segoe UI" pitchFamily="34" charset="0"/>
              <a:cs typeface="Segoe UI" pitchFamily="34" charset="0"/>
            </a:endParaRPr>
          </a:p>
        </p:txBody>
      </p:sp>
      <p:sp>
        <p:nvSpPr>
          <p:cNvPr id="22" name="Rectangle 21">
            <a:extLst>
              <a:ext uri="{FF2B5EF4-FFF2-40B4-BE49-F238E27FC236}">
                <a16:creationId xmlns:a16="http://schemas.microsoft.com/office/drawing/2014/main" id="{15784391-A241-4901-9B0C-1C7D40C6BD3C}"/>
              </a:ext>
            </a:extLst>
          </p:cNvPr>
          <p:cNvSpPr/>
          <p:nvPr/>
        </p:nvSpPr>
        <p:spPr bwMode="auto">
          <a:xfrm>
            <a:off x="205740" y="1021078"/>
            <a:ext cx="1249680" cy="1219200"/>
          </a:xfrm>
          <a:prstGeom prst="rect">
            <a:avLst/>
          </a:prstGeom>
          <a:gradFill flip="none" rotWithShape="1">
            <a:gsLst>
              <a:gs pos="0">
                <a:srgbClr val="699A4B">
                  <a:shade val="30000"/>
                  <a:satMod val="115000"/>
                </a:srgbClr>
              </a:gs>
              <a:gs pos="50000">
                <a:srgbClr val="699A4B">
                  <a:shade val="67500"/>
                  <a:satMod val="115000"/>
                </a:srgbClr>
              </a:gs>
              <a:gs pos="100000">
                <a:srgbClr val="699A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CONTEXT</a:t>
            </a:r>
          </a:p>
        </p:txBody>
      </p:sp>
    </p:spTree>
    <p:extLst>
      <p:ext uri="{BB962C8B-B14F-4D97-AF65-F5344CB8AC3E}">
        <p14:creationId xmlns:p14="http://schemas.microsoft.com/office/powerpoint/2010/main" val="2130511541"/>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Slide title</a:t>
            </a:r>
          </a:p>
        </p:txBody>
      </p:sp>
    </p:spTree>
    <p:extLst>
      <p:ext uri="{BB962C8B-B14F-4D97-AF65-F5344CB8AC3E}">
        <p14:creationId xmlns:p14="http://schemas.microsoft.com/office/powerpoint/2010/main" val="372594438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11" name="Rectangle 3">
            <a:extLst>
              <a:ext uri="{FF2B5EF4-FFF2-40B4-BE49-F238E27FC236}">
                <a16:creationId xmlns:a16="http://schemas.microsoft.com/office/drawing/2014/main" id="{63B5E91B-3FBF-461B-AB05-3182C4ED9E41}"/>
              </a:ext>
            </a:extLst>
          </p:cNvPr>
          <p:cNvSpPr/>
          <p:nvPr/>
        </p:nvSpPr>
        <p:spPr>
          <a:xfrm flipH="1" flipV="1">
            <a:off x="9715500" y="6598920"/>
            <a:ext cx="2476500" cy="25908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12" name="Rectangle 3">
            <a:extLst>
              <a:ext uri="{FF2B5EF4-FFF2-40B4-BE49-F238E27FC236}">
                <a16:creationId xmlns:a16="http://schemas.microsoft.com/office/drawing/2014/main" id="{DD15B942-BD25-43E4-88FC-6DEDFDAA9DD0}"/>
              </a:ext>
            </a:extLst>
          </p:cNvPr>
          <p:cNvSpPr/>
          <p:nvPr/>
        </p:nvSpPr>
        <p:spPr>
          <a:xfrm>
            <a:off x="0" y="6598920"/>
            <a:ext cx="9906000" cy="25908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15" name="Rectangle 14">
            <a:extLst>
              <a:ext uri="{FF2B5EF4-FFF2-40B4-BE49-F238E27FC236}">
                <a16:creationId xmlns:a16="http://schemas.microsoft.com/office/drawing/2014/main" id="{7481CF45-4396-488F-8F5E-89682FF65DA8}"/>
              </a:ext>
            </a:extLst>
          </p:cNvPr>
          <p:cNvSpPr/>
          <p:nvPr/>
        </p:nvSpPr>
        <p:spPr>
          <a:xfrm>
            <a:off x="0" y="0"/>
            <a:ext cx="12192000" cy="6500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1"/>
          </a:p>
        </p:txBody>
      </p:sp>
      <p:sp>
        <p:nvSpPr>
          <p:cNvPr id="16" name="Rectangle 3">
            <a:extLst>
              <a:ext uri="{FF2B5EF4-FFF2-40B4-BE49-F238E27FC236}">
                <a16:creationId xmlns:a16="http://schemas.microsoft.com/office/drawing/2014/main" id="{7BAE318F-DFF8-4934-815C-93A41E1F35D8}"/>
              </a:ext>
            </a:extLst>
          </p:cNvPr>
          <p:cNvSpPr/>
          <p:nvPr/>
        </p:nvSpPr>
        <p:spPr>
          <a:xfrm>
            <a:off x="1" y="80243"/>
            <a:ext cx="9045575" cy="12757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20" name="Rectangle 3">
            <a:extLst>
              <a:ext uri="{FF2B5EF4-FFF2-40B4-BE49-F238E27FC236}">
                <a16:creationId xmlns:a16="http://schemas.microsoft.com/office/drawing/2014/main" id="{B62D0F3C-3674-4727-8CF1-044520CC1701}"/>
              </a:ext>
            </a:extLst>
          </p:cNvPr>
          <p:cNvSpPr/>
          <p:nvPr/>
        </p:nvSpPr>
        <p:spPr>
          <a:xfrm flipH="1" flipV="1">
            <a:off x="9001125" y="80241"/>
            <a:ext cx="3190875" cy="127569"/>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30" name="Slide Number Placeholder 5">
            <a:extLst>
              <a:ext uri="{FF2B5EF4-FFF2-40B4-BE49-F238E27FC236}">
                <a16:creationId xmlns:a16="http://schemas.microsoft.com/office/drawing/2014/main" id="{DFB39EB1-BD91-45AF-A0B4-6CD15820319F}"/>
              </a:ext>
            </a:extLst>
          </p:cNvPr>
          <p:cNvSpPr txBox="1">
            <a:spLocks/>
          </p:cNvSpPr>
          <p:nvPr/>
        </p:nvSpPr>
        <p:spPr>
          <a:xfrm>
            <a:off x="11480935" y="6604383"/>
            <a:ext cx="497861" cy="228600"/>
          </a:xfrm>
          <a:prstGeom prst="rect">
            <a:avLst/>
          </a:prstGeom>
        </p:spPr>
        <p:txBody>
          <a:bodyPr vert="horz" wrap="none" lIns="0" tIns="0" rIns="0" bIns="0" rtlCol="0" anchor="ctr">
            <a:noAutofit/>
          </a:bodyPr>
          <a:lstStyle>
            <a:lvl1pPr algn="r">
              <a:defRPr sz="1200">
                <a:solidFill>
                  <a:schemeClr val="tx1">
                    <a:tint val="75000"/>
                  </a:schemeClr>
                </a:solidFill>
              </a:defRPr>
            </a:lvl1pPr>
          </a:lstStyle>
          <a:p>
            <a:pPr marL="0" marR="0" lvl="0" indent="0" algn="r" defTabSz="1137709" rtl="0" eaLnBrk="1" fontAlgn="auto" latinLnBrk="0" hangingPunct="1">
              <a:lnSpc>
                <a:spcPct val="100000"/>
              </a:lnSpc>
              <a:spcBef>
                <a:spcPts val="0"/>
              </a:spcBef>
              <a:spcAft>
                <a:spcPts val="0"/>
              </a:spcAft>
              <a:buClrTx/>
              <a:buSzTx/>
              <a:buFontTx/>
              <a:buNone/>
              <a:tabLst/>
              <a:defRPr/>
            </a:pPr>
            <a:fld id="{74E1EC36-4E89-4D01-BAE6-06BCCB4D4B41}" type="slidenum">
              <a:rPr kumimoji="0" lang="en-US" sz="1667" b="0" i="0" u="none" strike="noStrike" kern="1200" cap="none" spc="0" normalizeH="0" baseline="0" noProof="0" smtClean="0">
                <a:ln>
                  <a:noFill/>
                </a:ln>
                <a:solidFill>
                  <a:schemeClr val="bg1"/>
                </a:solidFill>
                <a:effectLst/>
                <a:uLnTx/>
                <a:uFillTx/>
                <a:latin typeface="Calibri" panose="020F0502020204030204" pitchFamily="34" charset="0"/>
                <a:ea typeface="+mn-ea"/>
                <a:cs typeface="Calibri" panose="020F0502020204030204" pitchFamily="34" charset="0"/>
              </a:rPr>
              <a:pPr marL="0" marR="0" lvl="0" indent="0" algn="r" defTabSz="1137709" rtl="0" eaLnBrk="1" fontAlgn="auto" latinLnBrk="0" hangingPunct="1">
                <a:lnSpc>
                  <a:spcPct val="100000"/>
                </a:lnSpc>
                <a:spcBef>
                  <a:spcPts val="0"/>
                </a:spcBef>
                <a:spcAft>
                  <a:spcPts val="0"/>
                </a:spcAft>
                <a:buClrTx/>
                <a:buSzTx/>
                <a:buFontTx/>
                <a:buNone/>
                <a:tabLst/>
                <a:defRPr/>
              </a:pPr>
              <a:t>‹#›</a:t>
            </a:fld>
            <a:endParaRPr kumimoji="0" lang="en-US" sz="1667" b="0" i="0" u="none" strike="noStrike" kern="1200" cap="none" spc="0" normalizeH="0" baseline="0" noProof="0">
              <a:ln>
                <a:noFill/>
              </a:ln>
              <a:solidFill>
                <a:schemeClr val="bg1"/>
              </a:solidFill>
              <a:effectLst/>
              <a:uLnTx/>
              <a:uFillTx/>
              <a:latin typeface="Calibri" panose="020F0502020204030204" pitchFamily="34" charset="0"/>
              <a:ea typeface="+mn-ea"/>
              <a:cs typeface="Calibri" panose="020F0502020204030204" pitchFamily="34" charset="0"/>
            </a:endParaRPr>
          </a:p>
        </p:txBody>
      </p:sp>
      <p:pic>
        <p:nvPicPr>
          <p:cNvPr id="31" name="Picture 30">
            <a:extLst>
              <a:ext uri="{FF2B5EF4-FFF2-40B4-BE49-F238E27FC236}">
                <a16:creationId xmlns:a16="http://schemas.microsoft.com/office/drawing/2014/main" id="{82C70ACB-ED5E-449C-9B13-6067D90C5A64}"/>
              </a:ext>
            </a:extLst>
          </p:cNvPr>
          <p:cNvPicPr>
            <a:picLocks noChangeAspect="1"/>
          </p:cNvPicPr>
          <p:nvPr/>
        </p:nvPicPr>
        <p:blipFill>
          <a:blip r:embed="rId2"/>
          <a:stretch>
            <a:fillRect/>
          </a:stretch>
        </p:blipFill>
        <p:spPr>
          <a:xfrm>
            <a:off x="10132094" y="279538"/>
            <a:ext cx="1981200" cy="670331"/>
          </a:xfrm>
          <a:prstGeom prst="rect">
            <a:avLst/>
          </a:prstGeom>
        </p:spPr>
      </p:pic>
      <p:pic>
        <p:nvPicPr>
          <p:cNvPr id="10" name="Picture 9">
            <a:extLst>
              <a:ext uri="{FF2B5EF4-FFF2-40B4-BE49-F238E27FC236}">
                <a16:creationId xmlns:a16="http://schemas.microsoft.com/office/drawing/2014/main" id="{D0D6184F-C6CF-4B0A-B76A-256DDACA78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377" y="6620488"/>
            <a:ext cx="1901282" cy="228600"/>
          </a:xfrm>
          <a:prstGeom prst="rect">
            <a:avLst/>
          </a:prstGeom>
        </p:spPr>
      </p:pic>
    </p:spTree>
    <p:extLst>
      <p:ext uri="{BB962C8B-B14F-4D97-AF65-F5344CB8AC3E}">
        <p14:creationId xmlns:p14="http://schemas.microsoft.com/office/powerpoint/2010/main" val="30778619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2"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8"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1"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sp>
        <p:nvSpPr>
          <p:cNvPr id="14" name="Rectangle 13"/>
          <p:cNvSpPr/>
          <p:nvPr/>
        </p:nvSpPr>
        <p:spPr>
          <a:xfrm>
            <a:off x="6189663" y="2940700"/>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189663" y="2561436"/>
            <a:ext cx="343472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16" name="Rectangle 15"/>
          <p:cNvSpPr/>
          <p:nvPr/>
        </p:nvSpPr>
        <p:spPr>
          <a:xfrm>
            <a:off x="6189664" y="578925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363"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2" name="Image 21">
            <a:extLst>
              <a:ext uri="{FF2B5EF4-FFF2-40B4-BE49-F238E27FC236}">
                <a16:creationId xmlns:a16="http://schemas.microsoft.com/office/drawing/2014/main" id="{E9CD4BEE-AC1B-4828-9AD6-0878E178A2B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576000" y="346127"/>
            <a:ext cx="5040000" cy="1241373"/>
          </a:xfrm>
          <a:prstGeom prst="rect">
            <a:avLst/>
          </a:prstGeom>
        </p:spPr>
      </p:pic>
      <p:sp>
        <p:nvSpPr>
          <p:cNvPr id="13" name="Rectangle 12">
            <a:extLst>
              <a:ext uri="{FF2B5EF4-FFF2-40B4-BE49-F238E27FC236}">
                <a16:creationId xmlns:a16="http://schemas.microsoft.com/office/drawing/2014/main" id="{A47B6E08-5B59-4445-AF18-C2656D24319A}"/>
              </a:ext>
            </a:extLst>
          </p:cNvPr>
          <p:cNvSpPr/>
          <p:nvPr/>
        </p:nvSpPr>
        <p:spPr>
          <a:xfrm>
            <a:off x="1195344" y="2836905"/>
            <a:ext cx="2838919" cy="692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ctr">
              <a:lnSpc>
                <a:spcPct val="100000"/>
              </a:lnSpc>
            </a:pPr>
            <a:r>
              <a:rPr lang="en-US" sz="4500" baseline="0">
                <a:solidFill>
                  <a:schemeClr val="bg1"/>
                </a:solidFill>
                <a:latin typeface="Ubuntu" panose="020B0504030602030204" pitchFamily="34" charset="0"/>
              </a:rPr>
              <a:t>Thank you!</a:t>
            </a:r>
          </a:p>
        </p:txBody>
      </p:sp>
      <p:sp>
        <p:nvSpPr>
          <p:cNvPr id="24" name="TextBox 23">
            <a:extLst>
              <a:ext uri="{FF2B5EF4-FFF2-40B4-BE49-F238E27FC236}">
                <a16:creationId xmlns:a16="http://schemas.microsoft.com/office/drawing/2014/main" id="{9EF2B11A-DC86-4127-886D-05777712DAD0}"/>
              </a:ext>
            </a:extLst>
          </p:cNvPr>
          <p:cNvSpPr txBox="1"/>
          <p:nvPr/>
        </p:nvSpPr>
        <p:spPr>
          <a:xfrm>
            <a:off x="2222500" y="6438626"/>
            <a:ext cx="7747000" cy="417832"/>
          </a:xfrm>
          <a:prstGeom prst="rect">
            <a:avLst/>
          </a:prstGeom>
          <a:noFill/>
          <a:ln>
            <a:noFill/>
          </a:ln>
        </p:spPr>
        <p:txBody>
          <a:bodyPr vert="horz" wrap="square" lIns="56888" tIns="28445" rIns="56888" bIns="28445" rtlCol="0" anchor="ctr">
            <a:noAutofit/>
          </a:bodyPr>
          <a:lstStyle/>
          <a:p>
            <a:pPr marL="0" marR="0" indent="0" algn="ctr" defTabSz="568855" rtl="0" eaLnBrk="1" fontAlgn="auto" latinLnBrk="0" hangingPunct="1">
              <a:lnSpc>
                <a:spcPct val="100000"/>
              </a:lnSpc>
              <a:spcBef>
                <a:spcPts val="0"/>
              </a:spcBef>
              <a:spcAft>
                <a:spcPts val="0"/>
              </a:spcAft>
              <a:buClrTx/>
              <a:buSzTx/>
              <a:buFontTx/>
              <a:buNone/>
              <a:tabLst/>
            </a:pPr>
            <a:r>
              <a:rPr kumimoji="0" lang="en-US" sz="1667"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rPr>
              <a:t>HONESTY ● BOLDNESS ● TRUST ● FREEDOM ● FUN ● MODESTY ● TEAM SPIRIT</a:t>
            </a:r>
          </a:p>
        </p:txBody>
      </p:sp>
      <p:pic>
        <p:nvPicPr>
          <p:cNvPr id="5" name="Picture 4">
            <a:extLst>
              <a:ext uri="{FF2B5EF4-FFF2-40B4-BE49-F238E27FC236}">
                <a16:creationId xmlns:a16="http://schemas.microsoft.com/office/drawing/2014/main" id="{DD89B363-9E6D-4758-BB8D-DEFCAC546CFD}"/>
              </a:ext>
            </a:extLst>
          </p:cNvPr>
          <p:cNvPicPr>
            <a:picLocks noChangeAspect="1"/>
          </p:cNvPicPr>
          <p:nvPr/>
        </p:nvPicPr>
        <p:blipFill>
          <a:blip r:embed="rId13"/>
          <a:stretch>
            <a:fillRect/>
          </a:stretch>
        </p:blipFill>
        <p:spPr>
          <a:xfrm>
            <a:off x="5116533" y="444500"/>
            <a:ext cx="6757968" cy="5367828"/>
          </a:xfrm>
          <a:prstGeom prst="rect">
            <a:avLst/>
          </a:prstGeom>
        </p:spPr>
      </p:pic>
    </p:spTree>
    <p:extLst>
      <p:ext uri="{BB962C8B-B14F-4D97-AF65-F5344CB8AC3E}">
        <p14:creationId xmlns:p14="http://schemas.microsoft.com/office/powerpoint/2010/main" val="3906858881"/>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bout">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2"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8"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1"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sp>
        <p:nvSpPr>
          <p:cNvPr id="14" name="Rectangle 13"/>
          <p:cNvSpPr/>
          <p:nvPr/>
        </p:nvSpPr>
        <p:spPr>
          <a:xfrm>
            <a:off x="6189663" y="2940700"/>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189663" y="2561436"/>
            <a:ext cx="343472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16" name="Rectangle 15"/>
          <p:cNvSpPr/>
          <p:nvPr/>
        </p:nvSpPr>
        <p:spPr>
          <a:xfrm>
            <a:off x="6189664" y="578925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363"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13" name="Picture 12">
            <a:extLst>
              <a:ext uri="{FF2B5EF4-FFF2-40B4-BE49-F238E27FC236}">
                <a16:creationId xmlns:a16="http://schemas.microsoft.com/office/drawing/2014/main" id="{3300E91D-D8AB-4642-8474-259928247C7F}"/>
              </a:ext>
            </a:extLst>
          </p:cNvPr>
          <p:cNvPicPr>
            <a:picLocks noChangeAspect="1"/>
          </p:cNvPicPr>
          <p:nvPr/>
        </p:nvPicPr>
        <p:blipFill>
          <a:blip r:embed="rId12"/>
          <a:stretch>
            <a:fillRect/>
          </a:stretch>
        </p:blipFill>
        <p:spPr>
          <a:xfrm>
            <a:off x="5116533" y="444500"/>
            <a:ext cx="6757968" cy="5367828"/>
          </a:xfrm>
          <a:prstGeom prst="rect">
            <a:avLst/>
          </a:prstGeom>
        </p:spPr>
      </p:pic>
      <p:sp>
        <p:nvSpPr>
          <p:cNvPr id="24" name="TextBox 23">
            <a:extLst>
              <a:ext uri="{FF2B5EF4-FFF2-40B4-BE49-F238E27FC236}">
                <a16:creationId xmlns:a16="http://schemas.microsoft.com/office/drawing/2014/main" id="{1D8FC875-8D61-475D-8226-E2022B17AA83}"/>
              </a:ext>
            </a:extLst>
          </p:cNvPr>
          <p:cNvSpPr txBox="1"/>
          <p:nvPr/>
        </p:nvSpPr>
        <p:spPr>
          <a:xfrm>
            <a:off x="2222500" y="6438626"/>
            <a:ext cx="7747000" cy="417832"/>
          </a:xfrm>
          <a:prstGeom prst="rect">
            <a:avLst/>
          </a:prstGeom>
          <a:noFill/>
          <a:ln>
            <a:noFill/>
          </a:ln>
        </p:spPr>
        <p:txBody>
          <a:bodyPr vert="horz" wrap="square" lIns="56888" tIns="28445" rIns="56888" bIns="28445" rtlCol="0" anchor="ctr">
            <a:noAutofit/>
          </a:bodyPr>
          <a:lstStyle/>
          <a:p>
            <a:pPr marL="0" marR="0" indent="0" algn="ctr" defTabSz="568855" rtl="0" eaLnBrk="1" fontAlgn="auto" latinLnBrk="0" hangingPunct="1">
              <a:lnSpc>
                <a:spcPct val="100000"/>
              </a:lnSpc>
              <a:spcBef>
                <a:spcPts val="0"/>
              </a:spcBef>
              <a:spcAft>
                <a:spcPts val="0"/>
              </a:spcAft>
              <a:buClrTx/>
              <a:buSzTx/>
              <a:buFontTx/>
              <a:buNone/>
              <a:tabLst/>
            </a:pPr>
            <a:r>
              <a:rPr kumimoji="0" lang="en-US" sz="1667"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rPr>
              <a:t>HONESTY ● BOLDNESS ● TRUST ● FREEDOM ● FUN ● MODESTY ● TEAM SPIRIT</a:t>
            </a:r>
          </a:p>
        </p:txBody>
      </p:sp>
      <p:pic>
        <p:nvPicPr>
          <p:cNvPr id="25" name="Image 21">
            <a:extLst>
              <a:ext uri="{FF2B5EF4-FFF2-40B4-BE49-F238E27FC236}">
                <a16:creationId xmlns:a16="http://schemas.microsoft.com/office/drawing/2014/main" id="{1174D05E-D314-4FA5-B7C0-9277CA6714C8}"/>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576000" y="346127"/>
            <a:ext cx="5040000" cy="1241373"/>
          </a:xfrm>
          <a:prstGeom prst="rect">
            <a:avLst/>
          </a:prstGeom>
        </p:spPr>
      </p:pic>
    </p:spTree>
    <p:extLst>
      <p:ext uri="{BB962C8B-B14F-4D97-AF65-F5344CB8AC3E}">
        <p14:creationId xmlns:p14="http://schemas.microsoft.com/office/powerpoint/2010/main" val="3773498068"/>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Final Slide 1">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2" name="Freeform: Shape 4">
            <a:extLst>
              <a:ext uri="{FF2B5EF4-FFF2-40B4-BE49-F238E27FC236}">
                <a16:creationId xmlns:a16="http://schemas.microsoft.com/office/drawing/2014/main" id="{AEFD73FD-4310-4FE6-83F6-4ADDF1642E27}"/>
              </a:ext>
            </a:extLst>
          </p:cNvPr>
          <p:cNvSpPr>
            <a:spLocks/>
          </p:cNvSpPr>
          <p:nvPr/>
        </p:nvSpPr>
        <p:spPr bwMode="auto">
          <a:xfrm>
            <a:off x="2"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rgbClr val="300B4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sz="2800"/>
          </a:p>
        </p:txBody>
      </p:sp>
      <p:grpSp>
        <p:nvGrpSpPr>
          <p:cNvPr id="2" name="Group 5">
            <a:extLst>
              <a:ext uri="{FF2B5EF4-FFF2-40B4-BE49-F238E27FC236}">
                <a16:creationId xmlns:a16="http://schemas.microsoft.com/office/drawing/2014/main" id="{D1D61DEE-13C9-4E34-97DE-432882EEB993}"/>
              </a:ext>
            </a:extLst>
          </p:cNvPr>
          <p:cNvGrpSpPr/>
          <p:nvPr/>
        </p:nvGrpSpPr>
        <p:grpSpPr>
          <a:xfrm>
            <a:off x="4979035" y="2404111"/>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800"/>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800"/>
            </a:p>
          </p:txBody>
        </p:sp>
      </p:grpSp>
      <p:sp>
        <p:nvSpPr>
          <p:cNvPr id="14" name="Rectangle 13"/>
          <p:cNvSpPr/>
          <p:nvPr/>
        </p:nvSpPr>
        <p:spPr>
          <a:xfrm>
            <a:off x="6536185" y="288634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IN" sz="900" kern="1200">
                <a:solidFill>
                  <a:schemeClr val="tx1"/>
                </a:solidFill>
                <a:effectLst/>
                <a:latin typeface="+mn-lt"/>
                <a:ea typeface="+mn-ea"/>
                <a:cs typeface="+mn-cs"/>
              </a:rPr>
              <a:t>Capgemini is a global leader in consulting, digital transformation, technology, and engineering services.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A responsible and multicultural company of 265,000 people in nearly 50 countries, Capgemini’s purpose is to unleash human energy through technology for an inclusive and sustainable future. With Altran, the Group reported 2019 combined global revenues of €17 billion</a:t>
            </a:r>
          </a:p>
        </p:txBody>
      </p:sp>
      <p:sp>
        <p:nvSpPr>
          <p:cNvPr id="15" name="Rectangle 14"/>
          <p:cNvSpPr/>
          <p:nvPr/>
        </p:nvSpPr>
        <p:spPr>
          <a:xfrm>
            <a:off x="6536184" y="2507083"/>
            <a:ext cx="2219960" cy="2321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16" name="Rectangle 15"/>
          <p:cNvSpPr/>
          <p:nvPr/>
        </p:nvSpPr>
        <p:spPr>
          <a:xfrm>
            <a:off x="6536184" y="43933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a:solidFill>
                  <a:schemeClr val="tx1"/>
                </a:solidFill>
              </a:rPr>
              <a:t>Learn more about us at</a:t>
            </a:r>
          </a:p>
          <a:p>
            <a:pPr algn="just">
              <a:lnSpc>
                <a:spcPts val="1200"/>
              </a:lnSpc>
            </a:pPr>
            <a:r>
              <a:rPr lang="en-US" sz="1400">
                <a:solidFill>
                  <a:schemeClr val="accent2"/>
                </a:solidFill>
              </a:rPr>
              <a:t>www.capgemini.com</a:t>
            </a:r>
          </a:p>
        </p:txBody>
      </p:sp>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2"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8"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1" y="3979258"/>
            <a:ext cx="333195" cy="333195"/>
          </a:xfrm>
          <a:prstGeom prst="rect">
            <a:avLst/>
          </a:prstGeom>
          <a:noFill/>
        </p:spPr>
      </p:pic>
      <p:sp>
        <p:nvSpPr>
          <p:cNvPr id="23" name="Rectangle 22"/>
          <p:cNvSpPr/>
          <p:nvPr/>
        </p:nvSpPr>
        <p:spPr>
          <a:xfrm>
            <a:off x="426720" y="5764024"/>
            <a:ext cx="4198620" cy="446276"/>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message contains information that may be privileged or confidential and is the property of the Capgemini Group.</a:t>
            </a:r>
          </a:p>
          <a:p>
            <a:pPr>
              <a:spcAft>
                <a:spcPts val="600"/>
              </a:spcAft>
            </a:pPr>
            <a:r>
              <a:rPr lang="en-US" sz="800" noProof="0">
                <a:solidFill>
                  <a:schemeClr val="bg1"/>
                </a:solidFill>
                <a:latin typeface="Arial"/>
                <a:cs typeface="Arial"/>
              </a:rPr>
              <a:t>Copyright © 2020 Capgemini. All rights reserved.</a:t>
            </a:r>
          </a:p>
        </p:txBody>
      </p:sp>
      <p:sp>
        <p:nvSpPr>
          <p:cNvPr id="25" name="Rectangle 24">
            <a:hlinkClick r:id="rId12"/>
          </p:cNvPr>
          <p:cNvSpPr/>
          <p:nvPr/>
        </p:nvSpPr>
        <p:spPr>
          <a:xfrm>
            <a:off x="7489902" y="3812095"/>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26" name="Rectangle 25">
            <a:hlinkClick r:id="rId13"/>
          </p:cNvPr>
          <p:cNvSpPr/>
          <p:nvPr/>
        </p:nvSpPr>
        <p:spPr>
          <a:xfrm>
            <a:off x="10730865" y="3812095"/>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24" name="ZoneTexte 23"/>
          <p:cNvSpPr txBox="1"/>
          <p:nvPr/>
        </p:nvSpPr>
        <p:spPr>
          <a:xfrm>
            <a:off x="419255" y="4381709"/>
            <a:ext cx="2106346" cy="276999"/>
          </a:xfrm>
          <a:prstGeom prst="rect">
            <a:avLst/>
          </a:prstGeom>
          <a:noFill/>
        </p:spPr>
        <p:txBody>
          <a:bodyPr wrap="none" lIns="0" rIns="0" rtlCol="0">
            <a:spAutoFit/>
          </a:bodyPr>
          <a:lstStyle/>
          <a:p>
            <a:r>
              <a:rPr lang="en-US" sz="1200" b="1">
                <a:solidFill>
                  <a:schemeClr val="bg1"/>
                </a:solidFill>
              </a:rPr>
              <a:t>People matter, results count.</a:t>
            </a:r>
          </a:p>
        </p:txBody>
      </p:sp>
    </p:spTree>
    <p:extLst>
      <p:ext uri="{BB962C8B-B14F-4D97-AF65-F5344CB8AC3E}">
        <p14:creationId xmlns:p14="http://schemas.microsoft.com/office/powerpoint/2010/main" val="6388640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5" name="Rectangle 3">
            <a:extLst>
              <a:ext uri="{FF2B5EF4-FFF2-40B4-BE49-F238E27FC236}">
                <a16:creationId xmlns:a16="http://schemas.microsoft.com/office/drawing/2014/main" id="{3A95C8E0-F8E5-44CA-9108-C71BD90E1191}"/>
              </a:ext>
            </a:extLst>
          </p:cNvPr>
          <p:cNvSpPr/>
          <p:nvPr/>
        </p:nvSpPr>
        <p:spPr>
          <a:xfrm flipH="1" flipV="1">
            <a:off x="9715500" y="6598920"/>
            <a:ext cx="2476500" cy="25908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19" name="Rectangle 3">
            <a:extLst>
              <a:ext uri="{FF2B5EF4-FFF2-40B4-BE49-F238E27FC236}">
                <a16:creationId xmlns:a16="http://schemas.microsoft.com/office/drawing/2014/main" id="{0959E119-51B2-44D6-A6FA-EAFBB4CFC326}"/>
              </a:ext>
            </a:extLst>
          </p:cNvPr>
          <p:cNvSpPr/>
          <p:nvPr/>
        </p:nvSpPr>
        <p:spPr>
          <a:xfrm>
            <a:off x="0" y="6598920"/>
            <a:ext cx="9906000" cy="25908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33">
              <a:latin typeface="Calibri" panose="020F0502020204030204" pitchFamily="34" charset="0"/>
              <a:cs typeface="Calibri" panose="020F0502020204030204" pitchFamily="34" charset="0"/>
            </a:endParaRPr>
          </a:p>
        </p:txBody>
      </p:sp>
      <p:sp>
        <p:nvSpPr>
          <p:cNvPr id="2" name="Title Placeholder 1"/>
          <p:cNvSpPr>
            <a:spLocks noGrp="1"/>
          </p:cNvSpPr>
          <p:nvPr>
            <p:ph type="title"/>
          </p:nvPr>
        </p:nvSpPr>
        <p:spPr>
          <a:xfrm>
            <a:off x="133471" y="325593"/>
            <a:ext cx="11347463" cy="547531"/>
          </a:xfrm>
          <a:prstGeom prst="rect">
            <a:avLst/>
          </a:prstGeom>
          <a:noFill/>
        </p:spPr>
        <p:txBody>
          <a:bodyPr vert="horz" lIns="68265" tIns="34134" rIns="68265" bIns="34134" rtlCol="0" anchor="ctr">
            <a:normAutofit/>
          </a:bodyPr>
          <a:lstStyle/>
          <a:p>
            <a:r>
              <a:rPr lang="en-US"/>
              <a:t>Click to edit title</a:t>
            </a:r>
          </a:p>
        </p:txBody>
      </p:sp>
      <p:sp>
        <p:nvSpPr>
          <p:cNvPr id="3" name="Text Placeholder 2"/>
          <p:cNvSpPr>
            <a:spLocks noGrp="1"/>
          </p:cNvSpPr>
          <p:nvPr>
            <p:ph type="body" idx="1"/>
          </p:nvPr>
        </p:nvSpPr>
        <p:spPr>
          <a:xfrm>
            <a:off x="207913" y="1021597"/>
            <a:ext cx="11770100" cy="5493502"/>
          </a:xfrm>
          <a:prstGeom prst="rect">
            <a:avLst/>
          </a:prstGeom>
        </p:spPr>
        <p:txBody>
          <a:bodyPr vert="horz" lIns="68265" tIns="34134" rIns="68265" bIns="34134" rtlCol="0">
            <a:normAutofit/>
          </a:bodyPr>
          <a:lstStyle/>
          <a:p>
            <a:pPr lvl="0"/>
            <a:r>
              <a:rPr lang="en-US"/>
              <a:t>Click to edit text</a:t>
            </a:r>
          </a:p>
          <a:p>
            <a:pPr lvl="1"/>
            <a:r>
              <a:rPr lang="en-US"/>
              <a:t> 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11C37073-8F4D-4033-AB15-12A8727D457D}"/>
              </a:ext>
            </a:extLst>
          </p:cNvPr>
          <p:cNvSpPr/>
          <p:nvPr/>
        </p:nvSpPr>
        <p:spPr>
          <a:xfrm>
            <a:off x="0" y="0"/>
            <a:ext cx="12192000" cy="6500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1"/>
          </a:p>
        </p:txBody>
      </p:sp>
      <p:sp>
        <p:nvSpPr>
          <p:cNvPr id="16" name="Rectangle 3">
            <a:extLst>
              <a:ext uri="{FF2B5EF4-FFF2-40B4-BE49-F238E27FC236}">
                <a16:creationId xmlns:a16="http://schemas.microsoft.com/office/drawing/2014/main" id="{9A577FF8-254A-42E5-888A-36E4B5420323}"/>
              </a:ext>
            </a:extLst>
          </p:cNvPr>
          <p:cNvSpPr/>
          <p:nvPr/>
        </p:nvSpPr>
        <p:spPr>
          <a:xfrm>
            <a:off x="1" y="80243"/>
            <a:ext cx="9045575" cy="12757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20" name="Rectangle 3">
            <a:extLst>
              <a:ext uri="{FF2B5EF4-FFF2-40B4-BE49-F238E27FC236}">
                <a16:creationId xmlns:a16="http://schemas.microsoft.com/office/drawing/2014/main" id="{B2968D81-66DB-4EEA-8FC0-8A8D024582FA}"/>
              </a:ext>
            </a:extLst>
          </p:cNvPr>
          <p:cNvSpPr/>
          <p:nvPr/>
        </p:nvSpPr>
        <p:spPr>
          <a:xfrm flipH="1" flipV="1">
            <a:off x="9001125" y="80241"/>
            <a:ext cx="3190875" cy="127569"/>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cxnSp>
        <p:nvCxnSpPr>
          <p:cNvPr id="22" name="Straight Connector 21">
            <a:extLst>
              <a:ext uri="{FF2B5EF4-FFF2-40B4-BE49-F238E27FC236}">
                <a16:creationId xmlns:a16="http://schemas.microsoft.com/office/drawing/2014/main" id="{1C0F7DB5-D634-49DF-99C3-BDB83DEC026B}"/>
              </a:ext>
            </a:extLst>
          </p:cNvPr>
          <p:cNvCxnSpPr>
            <a:cxnSpLocks/>
          </p:cNvCxnSpPr>
          <p:nvPr/>
        </p:nvCxnSpPr>
        <p:spPr>
          <a:xfrm>
            <a:off x="324768" y="911289"/>
            <a:ext cx="587860" cy="0"/>
          </a:xfrm>
          <a:prstGeom prst="line">
            <a:avLst/>
          </a:prstGeom>
          <a:ln w="19050">
            <a:solidFill>
              <a:srgbClr val="374D7A"/>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367B6E-C905-4342-B106-3E1CFB8DA132}"/>
              </a:ext>
            </a:extLst>
          </p:cNvPr>
          <p:cNvCxnSpPr>
            <a:cxnSpLocks/>
          </p:cNvCxnSpPr>
          <p:nvPr/>
        </p:nvCxnSpPr>
        <p:spPr>
          <a:xfrm>
            <a:off x="1005250" y="911289"/>
            <a:ext cx="2214642" cy="0"/>
          </a:xfrm>
          <a:prstGeom prst="line">
            <a:avLst/>
          </a:prstGeom>
          <a:ln w="19050">
            <a:solidFill>
              <a:srgbClr val="0093DD"/>
            </a:solidFill>
          </a:ln>
        </p:spPr>
        <p:style>
          <a:lnRef idx="1">
            <a:schemeClr val="accent1"/>
          </a:lnRef>
          <a:fillRef idx="0">
            <a:schemeClr val="accent1"/>
          </a:fillRef>
          <a:effectRef idx="0">
            <a:schemeClr val="accent1"/>
          </a:effectRef>
          <a:fontRef idx="minor">
            <a:schemeClr val="tx1"/>
          </a:fontRef>
        </p:style>
      </p:cxnSp>
      <p:sp>
        <p:nvSpPr>
          <p:cNvPr id="17" name="Slide Number Placeholder 5">
            <a:extLst>
              <a:ext uri="{FF2B5EF4-FFF2-40B4-BE49-F238E27FC236}">
                <a16:creationId xmlns:a16="http://schemas.microsoft.com/office/drawing/2014/main" id="{3AC88B21-C334-4351-9E0F-D28125E1CB3E}"/>
              </a:ext>
            </a:extLst>
          </p:cNvPr>
          <p:cNvSpPr txBox="1">
            <a:spLocks/>
          </p:cNvSpPr>
          <p:nvPr/>
        </p:nvSpPr>
        <p:spPr>
          <a:xfrm>
            <a:off x="11480935" y="6604383"/>
            <a:ext cx="497861" cy="228600"/>
          </a:xfrm>
          <a:prstGeom prst="rect">
            <a:avLst/>
          </a:prstGeom>
        </p:spPr>
        <p:txBody>
          <a:bodyPr vert="horz" wrap="none" lIns="0" tIns="0" rIns="0" bIns="0" rtlCol="0" anchor="ctr">
            <a:noAutofit/>
          </a:bodyPr>
          <a:lstStyle>
            <a:lvl1pPr algn="r">
              <a:defRPr sz="1200">
                <a:solidFill>
                  <a:schemeClr val="tx1">
                    <a:tint val="75000"/>
                  </a:schemeClr>
                </a:solidFill>
              </a:defRPr>
            </a:lvl1pPr>
          </a:lstStyle>
          <a:p>
            <a:pPr marL="0" marR="0" lvl="0" indent="0" algn="r" defTabSz="1137709" rtl="0" eaLnBrk="1" fontAlgn="auto" latinLnBrk="0" hangingPunct="1">
              <a:lnSpc>
                <a:spcPct val="100000"/>
              </a:lnSpc>
              <a:spcBef>
                <a:spcPts val="0"/>
              </a:spcBef>
              <a:spcAft>
                <a:spcPts val="0"/>
              </a:spcAft>
              <a:buClrTx/>
              <a:buSzTx/>
              <a:buFontTx/>
              <a:buNone/>
              <a:tabLst/>
              <a:defRPr/>
            </a:pPr>
            <a:fld id="{74E1EC36-4E89-4D01-BAE6-06BCCB4D4B41}" type="slidenum">
              <a:rPr kumimoji="0" lang="en-US" sz="1667" b="0" i="0" u="none" strike="noStrike" kern="1200" cap="none" spc="0" normalizeH="0" baseline="0" noProof="0" smtClean="0">
                <a:ln>
                  <a:noFill/>
                </a:ln>
                <a:solidFill>
                  <a:schemeClr val="bg1"/>
                </a:solidFill>
                <a:effectLst/>
                <a:uLnTx/>
                <a:uFillTx/>
                <a:latin typeface="Calibri" panose="020F0502020204030204" pitchFamily="34" charset="0"/>
                <a:ea typeface="+mn-ea"/>
                <a:cs typeface="Calibri" panose="020F0502020204030204" pitchFamily="34" charset="0"/>
              </a:rPr>
              <a:pPr marL="0" marR="0" lvl="0" indent="0" algn="r" defTabSz="1137709" rtl="0" eaLnBrk="1" fontAlgn="auto" latinLnBrk="0" hangingPunct="1">
                <a:lnSpc>
                  <a:spcPct val="100000"/>
                </a:lnSpc>
                <a:spcBef>
                  <a:spcPts val="0"/>
                </a:spcBef>
                <a:spcAft>
                  <a:spcPts val="0"/>
                </a:spcAft>
                <a:buClrTx/>
                <a:buSzTx/>
                <a:buFontTx/>
                <a:buNone/>
                <a:tabLst/>
                <a:defRPr/>
              </a:pPr>
              <a:t>‹#›</a:t>
            </a:fld>
            <a:endParaRPr kumimoji="0" lang="en-US" sz="1667" b="0" i="0" u="none" strike="noStrike" kern="1200" cap="none" spc="0" normalizeH="0" baseline="0" noProof="0">
              <a:ln>
                <a:noFill/>
              </a:ln>
              <a:solidFill>
                <a:schemeClr val="bg1"/>
              </a:solidFill>
              <a:effectLst/>
              <a:uLnTx/>
              <a:uFillTx/>
              <a:latin typeface="Calibri" panose="020F0502020204030204" pitchFamily="34" charset="0"/>
              <a:ea typeface="+mn-ea"/>
              <a:cs typeface="Calibri" panose="020F0502020204030204" pitchFamily="34" charset="0"/>
            </a:endParaRPr>
          </a:p>
        </p:txBody>
      </p:sp>
      <p:pic>
        <p:nvPicPr>
          <p:cNvPr id="18" name="Picture 17">
            <a:extLst>
              <a:ext uri="{FF2B5EF4-FFF2-40B4-BE49-F238E27FC236}">
                <a16:creationId xmlns:a16="http://schemas.microsoft.com/office/drawing/2014/main" id="{F846027B-6BEB-4F34-B4DB-EA3D5F190137}"/>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06377" y="6620488"/>
            <a:ext cx="1901282" cy="228600"/>
          </a:xfrm>
          <a:prstGeom prst="rect">
            <a:avLst/>
          </a:prstGeom>
        </p:spPr>
      </p:pic>
      <p:grpSp>
        <p:nvGrpSpPr>
          <p:cNvPr id="21" name="Groupe 1">
            <a:extLst>
              <a:ext uri="{FF2B5EF4-FFF2-40B4-BE49-F238E27FC236}">
                <a16:creationId xmlns:a16="http://schemas.microsoft.com/office/drawing/2014/main" id="{1871EE1B-A497-40D9-AA1A-D76B45370170}"/>
              </a:ext>
            </a:extLst>
          </p:cNvPr>
          <p:cNvGrpSpPr>
            <a:grpSpLocks noChangeAspect="1"/>
          </p:cNvGrpSpPr>
          <p:nvPr/>
        </p:nvGrpSpPr>
        <p:grpSpPr>
          <a:xfrm>
            <a:off x="11608827" y="325592"/>
            <a:ext cx="470568" cy="436408"/>
            <a:chOff x="11501102" y="171573"/>
            <a:chExt cx="419436" cy="388988"/>
          </a:xfrm>
        </p:grpSpPr>
        <p:sp>
          <p:nvSpPr>
            <p:cNvPr id="24" name="Freeform 13">
              <a:extLst>
                <a:ext uri="{FF2B5EF4-FFF2-40B4-BE49-F238E27FC236}">
                  <a16:creationId xmlns:a16="http://schemas.microsoft.com/office/drawing/2014/main" id="{D865E457-B3E5-404E-B9A9-F69C298D3DB5}"/>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sp>
          <p:nvSpPr>
            <p:cNvPr id="26" name="Freeform 14">
              <a:extLst>
                <a:ext uri="{FF2B5EF4-FFF2-40B4-BE49-F238E27FC236}">
                  <a16:creationId xmlns:a16="http://schemas.microsoft.com/office/drawing/2014/main" id="{A2E4F67D-EC28-4B25-B5E1-58B8D1EA749F}"/>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grpSp>
    </p:spTree>
    <p:extLst>
      <p:ext uri="{BB962C8B-B14F-4D97-AF65-F5344CB8AC3E}">
        <p14:creationId xmlns:p14="http://schemas.microsoft.com/office/powerpoint/2010/main" val="15900828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ransition>
    <p:fade/>
  </p:transition>
  <p:txStyles>
    <p:titleStyle>
      <a:lvl1pPr algn="l" defTabSz="1137709" rtl="0" eaLnBrk="1" latinLnBrk="0" hangingPunct="1">
        <a:spcBef>
          <a:spcPct val="0"/>
        </a:spcBef>
        <a:buNone/>
        <a:defRPr sz="3333" kern="1200">
          <a:solidFill>
            <a:srgbClr val="007EAF"/>
          </a:solidFill>
          <a:latin typeface="Calibri" panose="020F0502020204030204" pitchFamily="34" charset="0"/>
          <a:ea typeface="+mj-ea"/>
          <a:cs typeface="Calibri" panose="020F0502020204030204" pitchFamily="34" charset="0"/>
        </a:defRPr>
      </a:lvl1pPr>
    </p:titleStyle>
    <p:bodyStyle>
      <a:lvl1pPr marL="380985" indent="-380985" algn="l" defTabSz="1137709" rtl="0" eaLnBrk="1" latinLnBrk="0" hangingPunct="1">
        <a:spcBef>
          <a:spcPct val="20000"/>
        </a:spcBef>
        <a:buClr>
          <a:srgbClr val="0093DD"/>
        </a:buClr>
        <a:buFont typeface="Arial" panose="020B0604020202020204" pitchFamily="34" charset="0"/>
        <a:buChar char="•"/>
        <a:defRPr sz="2667" kern="1200">
          <a:solidFill>
            <a:srgbClr val="1F1A17"/>
          </a:solidFill>
          <a:latin typeface="Calibri" panose="020F0502020204030204" pitchFamily="34" charset="0"/>
          <a:ea typeface="+mn-ea"/>
          <a:cs typeface="Calibri" panose="020F0502020204030204" pitchFamily="34" charset="0"/>
        </a:defRPr>
      </a:lvl1pPr>
      <a:lvl2pPr marL="761970" indent="-284416" algn="l" defTabSz="1137709" rtl="0" eaLnBrk="1" latinLnBrk="0" hangingPunct="1">
        <a:spcBef>
          <a:spcPct val="20000"/>
        </a:spcBef>
        <a:buClr>
          <a:schemeClr val="bg1">
            <a:lumMod val="50000"/>
          </a:schemeClr>
        </a:buClr>
        <a:buFont typeface="Arial" panose="020B0604020202020204" pitchFamily="34" charset="0"/>
        <a:buChar char="•"/>
        <a:defRPr sz="2333" kern="1200">
          <a:solidFill>
            <a:srgbClr val="1F1A17"/>
          </a:solidFill>
          <a:latin typeface="Calibri" panose="020F0502020204030204" pitchFamily="34" charset="0"/>
          <a:ea typeface="+mn-ea"/>
          <a:cs typeface="Calibri" panose="020F0502020204030204" pitchFamily="34" charset="0"/>
        </a:defRPr>
      </a:lvl2pPr>
      <a:lvl3pPr marL="1142954" indent="-235470" algn="l" defTabSz="1137709" rtl="0" eaLnBrk="1" latinLnBrk="0" hangingPunct="1">
        <a:spcBef>
          <a:spcPct val="20000"/>
        </a:spcBef>
        <a:buClr>
          <a:srgbClr val="0093DD"/>
        </a:buClr>
        <a:buFont typeface="Arial" panose="020B0604020202020204" pitchFamily="34" charset="0"/>
        <a:buChar char="•"/>
        <a:defRPr sz="2000" kern="1200">
          <a:solidFill>
            <a:srgbClr val="1F1A17"/>
          </a:solidFill>
          <a:latin typeface="Calibri" panose="020F0502020204030204" pitchFamily="34" charset="0"/>
          <a:ea typeface="+mn-ea"/>
          <a:cs typeface="Calibri" panose="020F0502020204030204" pitchFamily="34" charset="0"/>
        </a:defRPr>
      </a:lvl3pPr>
      <a:lvl4pPr marL="1427370" indent="-235470" algn="l" defTabSz="1137709" rtl="0" eaLnBrk="1" latinLnBrk="0" hangingPunct="1">
        <a:spcBef>
          <a:spcPct val="20000"/>
        </a:spcBef>
        <a:buClr>
          <a:schemeClr val="bg1">
            <a:lumMod val="50000"/>
          </a:schemeClr>
        </a:buClr>
        <a:buFont typeface="Arial" panose="020B0604020202020204" pitchFamily="34" charset="0"/>
        <a:buChar char="•"/>
        <a:defRPr sz="1833" kern="1200">
          <a:solidFill>
            <a:srgbClr val="1F1A17"/>
          </a:solidFill>
          <a:latin typeface="Calibri" panose="020F0502020204030204" pitchFamily="34" charset="0"/>
          <a:ea typeface="+mn-ea"/>
          <a:cs typeface="Calibri" panose="020F0502020204030204" pitchFamily="34" charset="0"/>
        </a:defRPr>
      </a:lvl4pPr>
      <a:lvl5pPr marL="1717077" indent="-242084" algn="l" defTabSz="1137709" rtl="0" eaLnBrk="1" latinLnBrk="0" hangingPunct="1">
        <a:spcBef>
          <a:spcPct val="20000"/>
        </a:spcBef>
        <a:buClr>
          <a:srgbClr val="0093DD"/>
        </a:buClr>
        <a:buFont typeface="Arial" panose="020B0604020202020204" pitchFamily="34" charset="0"/>
        <a:buChar char="•"/>
        <a:defRPr sz="1750" kern="1200">
          <a:solidFill>
            <a:srgbClr val="1F1A17"/>
          </a:solidFill>
          <a:latin typeface="Calibri" panose="020F0502020204030204" pitchFamily="34" charset="0"/>
          <a:ea typeface="+mn-ea"/>
          <a:cs typeface="Calibri" panose="020F0502020204030204" pitchFamily="34" charset="0"/>
        </a:defRPr>
      </a:lvl5pPr>
      <a:lvl6pPr marL="3128702" indent="-284427" algn="l" defTabSz="1137709"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697555" indent="-284427" algn="l" defTabSz="1137709"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266413" indent="-284427" algn="l" defTabSz="1137709"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4835267" indent="-284427" algn="l" defTabSz="1137709"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137709" rtl="0" eaLnBrk="1" latinLnBrk="0" hangingPunct="1">
        <a:defRPr sz="2333" kern="1200">
          <a:solidFill>
            <a:schemeClr val="tx1"/>
          </a:solidFill>
          <a:latin typeface="+mn-lt"/>
          <a:ea typeface="+mn-ea"/>
          <a:cs typeface="+mn-cs"/>
        </a:defRPr>
      </a:lvl1pPr>
      <a:lvl2pPr marL="568854" algn="l" defTabSz="1137709" rtl="0" eaLnBrk="1" latinLnBrk="0" hangingPunct="1">
        <a:defRPr sz="2333" kern="1200">
          <a:solidFill>
            <a:schemeClr val="tx1"/>
          </a:solidFill>
          <a:latin typeface="+mn-lt"/>
          <a:ea typeface="+mn-ea"/>
          <a:cs typeface="+mn-cs"/>
        </a:defRPr>
      </a:lvl2pPr>
      <a:lvl3pPr marL="1137709" algn="l" defTabSz="1137709" rtl="0" eaLnBrk="1" latinLnBrk="0" hangingPunct="1">
        <a:defRPr sz="2333" kern="1200">
          <a:solidFill>
            <a:schemeClr val="tx1"/>
          </a:solidFill>
          <a:latin typeface="+mn-lt"/>
          <a:ea typeface="+mn-ea"/>
          <a:cs typeface="+mn-cs"/>
        </a:defRPr>
      </a:lvl3pPr>
      <a:lvl4pPr marL="1706563" algn="l" defTabSz="1137709" rtl="0" eaLnBrk="1" latinLnBrk="0" hangingPunct="1">
        <a:defRPr sz="2333" kern="1200">
          <a:solidFill>
            <a:schemeClr val="tx1"/>
          </a:solidFill>
          <a:latin typeface="+mn-lt"/>
          <a:ea typeface="+mn-ea"/>
          <a:cs typeface="+mn-cs"/>
        </a:defRPr>
      </a:lvl4pPr>
      <a:lvl5pPr marL="2275419" algn="l" defTabSz="1137709" rtl="0" eaLnBrk="1" latinLnBrk="0" hangingPunct="1">
        <a:defRPr sz="2333" kern="1200">
          <a:solidFill>
            <a:schemeClr val="tx1"/>
          </a:solidFill>
          <a:latin typeface="+mn-lt"/>
          <a:ea typeface="+mn-ea"/>
          <a:cs typeface="+mn-cs"/>
        </a:defRPr>
      </a:lvl5pPr>
      <a:lvl6pPr marL="2844275" algn="l" defTabSz="1137709" rtl="0" eaLnBrk="1" latinLnBrk="0" hangingPunct="1">
        <a:defRPr sz="2333" kern="1200">
          <a:solidFill>
            <a:schemeClr val="tx1"/>
          </a:solidFill>
          <a:latin typeface="+mn-lt"/>
          <a:ea typeface="+mn-ea"/>
          <a:cs typeface="+mn-cs"/>
        </a:defRPr>
      </a:lvl6pPr>
      <a:lvl7pPr marL="3413128" algn="l" defTabSz="1137709" rtl="0" eaLnBrk="1" latinLnBrk="0" hangingPunct="1">
        <a:defRPr sz="2333" kern="1200">
          <a:solidFill>
            <a:schemeClr val="tx1"/>
          </a:solidFill>
          <a:latin typeface="+mn-lt"/>
          <a:ea typeface="+mn-ea"/>
          <a:cs typeface="+mn-cs"/>
        </a:defRPr>
      </a:lvl7pPr>
      <a:lvl8pPr marL="3981984" algn="l" defTabSz="1137709" rtl="0" eaLnBrk="1" latinLnBrk="0" hangingPunct="1">
        <a:defRPr sz="2333" kern="1200">
          <a:solidFill>
            <a:schemeClr val="tx1"/>
          </a:solidFill>
          <a:latin typeface="+mn-lt"/>
          <a:ea typeface="+mn-ea"/>
          <a:cs typeface="+mn-cs"/>
        </a:defRPr>
      </a:lvl8pPr>
      <a:lvl9pPr marL="4550838" algn="l" defTabSz="1137709" rtl="0" eaLnBrk="1" latinLnBrk="0" hangingPunct="1">
        <a:defRPr sz="23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11F3B37-FD2C-7FBC-AB12-6FE4D97D7943}"/>
              </a:ext>
            </a:extLst>
          </p:cNvPr>
          <p:cNvSpPr>
            <a:spLocks noGrp="1"/>
          </p:cNvSpPr>
          <p:nvPr>
            <p:ph type="ctrTitle"/>
          </p:nvPr>
        </p:nvSpPr>
        <p:spPr>
          <a:xfrm>
            <a:off x="7120466" y="1197429"/>
            <a:ext cx="4917753" cy="664028"/>
          </a:xfrm>
        </p:spPr>
        <p:txBody>
          <a:bodyPr>
            <a:normAutofit/>
          </a:bodyPr>
          <a:lstStyle/>
          <a:p>
            <a:pPr algn="ctr"/>
            <a:r>
              <a:rPr lang="en-US" sz="3200" dirty="0">
                <a:latin typeface="Times New Roman"/>
                <a:ea typeface="Calibri"/>
                <a:cs typeface="Times New Roman"/>
              </a:rPr>
              <a:t>MESH STACK</a:t>
            </a:r>
          </a:p>
        </p:txBody>
      </p:sp>
      <p:sp>
        <p:nvSpPr>
          <p:cNvPr id="10" name="Text Placeholder 2">
            <a:extLst>
              <a:ext uri="{FF2B5EF4-FFF2-40B4-BE49-F238E27FC236}">
                <a16:creationId xmlns:a16="http://schemas.microsoft.com/office/drawing/2014/main" id="{8CED025D-DB37-02C5-525F-63BEE69EFB37}"/>
              </a:ext>
            </a:extLst>
          </p:cNvPr>
          <p:cNvSpPr>
            <a:spLocks noGrp="1"/>
          </p:cNvSpPr>
          <p:nvPr>
            <p:ph type="body" sz="quarter" idx="10"/>
          </p:nvPr>
        </p:nvSpPr>
        <p:spPr>
          <a:xfrm>
            <a:off x="7206256" y="2104574"/>
            <a:ext cx="4253118" cy="981528"/>
          </a:xfrm>
        </p:spPr>
        <p:txBody>
          <a:bodyPr/>
          <a:lstStyle/>
          <a:p>
            <a:pPr marL="426085" indent="-426085"/>
            <a:r>
              <a:rPr lang="en-US" sz="2650" dirty="0">
                <a:latin typeface="Times New Roman"/>
                <a:ea typeface="Calibri"/>
                <a:cs typeface="Times New Roman"/>
              </a:rPr>
              <a:t>Presented By–</a:t>
            </a:r>
            <a:endParaRPr lang="en-US" dirty="0">
              <a:latin typeface="Times New Roman"/>
              <a:cs typeface="Times New Roman"/>
            </a:endParaRPr>
          </a:p>
        </p:txBody>
      </p:sp>
    </p:spTree>
    <p:extLst>
      <p:ext uri="{BB962C8B-B14F-4D97-AF65-F5344CB8AC3E}">
        <p14:creationId xmlns:p14="http://schemas.microsoft.com/office/powerpoint/2010/main" val="242857889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96DAA3-5CEF-C532-DD00-4C70AE216D28}"/>
              </a:ext>
            </a:extLst>
          </p:cNvPr>
          <p:cNvSpPr>
            <a:spLocks noGrp="1"/>
          </p:cNvSpPr>
          <p:nvPr>
            <p:ph type="title"/>
          </p:nvPr>
        </p:nvSpPr>
        <p:spPr/>
        <p:txBody>
          <a:bodyPr>
            <a:normAutofit fontScale="90000"/>
          </a:bodyPr>
          <a:lstStyle/>
          <a:p>
            <a:r>
              <a:rPr lang="en-IN" sz="3300" dirty="0">
                <a:latin typeface="Times New Roman"/>
                <a:ea typeface="Calibri"/>
                <a:cs typeface="Calibri"/>
              </a:rPr>
              <a:t>CONTENTS</a:t>
            </a:r>
            <a:endParaRPr lang="en-US" dirty="0">
              <a:latin typeface="Times New Roman"/>
            </a:endParaRPr>
          </a:p>
        </p:txBody>
      </p:sp>
      <p:sp>
        <p:nvSpPr>
          <p:cNvPr id="4" name="Content Placeholder 3">
            <a:extLst>
              <a:ext uri="{FF2B5EF4-FFF2-40B4-BE49-F238E27FC236}">
                <a16:creationId xmlns:a16="http://schemas.microsoft.com/office/drawing/2014/main" id="{C4E62D1F-7917-0DD7-8BF1-13F33FE75DF0}"/>
              </a:ext>
            </a:extLst>
          </p:cNvPr>
          <p:cNvSpPr>
            <a:spLocks noGrp="1"/>
          </p:cNvSpPr>
          <p:nvPr>
            <p:ph sz="quarter" idx="10"/>
          </p:nvPr>
        </p:nvSpPr>
        <p:spPr>
          <a:xfrm>
            <a:off x="213359" y="1460500"/>
            <a:ext cx="10813869" cy="4572000"/>
          </a:xfrm>
        </p:spPr>
        <p:txBody>
          <a:bodyPr vert="horz" lIns="68265" tIns="34134" rIns="68265" bIns="34134" rtlCol="0" anchor="t">
            <a:normAutofit/>
          </a:bodyPr>
          <a:lstStyle/>
          <a:p>
            <a:pPr marL="380365" indent="-380365"/>
            <a:endParaRPr lang="en-IN" sz="2650" dirty="0">
              <a:latin typeface="Times New Roman"/>
              <a:ea typeface="Calibri"/>
            </a:endParaRPr>
          </a:p>
        </p:txBody>
      </p:sp>
    </p:spTree>
    <p:extLst>
      <p:ext uri="{BB962C8B-B14F-4D97-AF65-F5344CB8AC3E}">
        <p14:creationId xmlns:p14="http://schemas.microsoft.com/office/powerpoint/2010/main" val="65664658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3F34DA-3DEF-D3F9-6D4B-AAF339286D53}"/>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D1EEB7E3-4CE9-A727-9902-115DD25B5EA4}"/>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6D9B2D16-BAE2-A368-E9A3-2634E18F9F65}"/>
              </a:ext>
            </a:extLst>
          </p:cNvPr>
          <p:cNvSpPr>
            <a:spLocks noGrp="1"/>
          </p:cNvSpPr>
          <p:nvPr>
            <p:ph sz="quarter" idx="10"/>
          </p:nvPr>
        </p:nvSpPr>
        <p:spPr/>
        <p:txBody>
          <a:bodyPr/>
          <a:lstStyle/>
          <a:p>
            <a:endParaRPr lang="en-IN"/>
          </a:p>
        </p:txBody>
      </p:sp>
    </p:spTree>
    <p:extLst>
      <p:ext uri="{BB962C8B-B14F-4D97-AF65-F5344CB8AC3E}">
        <p14:creationId xmlns:p14="http://schemas.microsoft.com/office/powerpoint/2010/main" val="398108714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CE2DDC-578D-3EA0-5FF3-2817E85D91B7}"/>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8403D3D4-4556-C65E-2806-B3B58505C9E3}"/>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E5F99CF8-7C42-95DA-BF1B-C729EB5B9ACD}"/>
              </a:ext>
            </a:extLst>
          </p:cNvPr>
          <p:cNvSpPr>
            <a:spLocks noGrp="1"/>
          </p:cNvSpPr>
          <p:nvPr>
            <p:ph sz="quarter" idx="10"/>
          </p:nvPr>
        </p:nvSpPr>
        <p:spPr/>
        <p:txBody>
          <a:bodyPr/>
          <a:lstStyle/>
          <a:p>
            <a:endParaRPr lang="en-IN"/>
          </a:p>
        </p:txBody>
      </p:sp>
    </p:spTree>
    <p:extLst>
      <p:ext uri="{BB962C8B-B14F-4D97-AF65-F5344CB8AC3E}">
        <p14:creationId xmlns:p14="http://schemas.microsoft.com/office/powerpoint/2010/main" val="201653644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68FDFA-982A-EDD6-06C2-0D6C4A446822}"/>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247EA626-7F19-6F7A-8B2F-E35301E18BA2}"/>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F45DBB85-5D4F-D1D4-A4E5-01388057E60E}"/>
              </a:ext>
            </a:extLst>
          </p:cNvPr>
          <p:cNvSpPr>
            <a:spLocks noGrp="1"/>
          </p:cNvSpPr>
          <p:nvPr>
            <p:ph sz="quarter" idx="10"/>
          </p:nvPr>
        </p:nvSpPr>
        <p:spPr/>
        <p:txBody>
          <a:bodyPr/>
          <a:lstStyle/>
          <a:p>
            <a:endParaRPr lang="en-IN"/>
          </a:p>
        </p:txBody>
      </p:sp>
    </p:spTree>
    <p:extLst>
      <p:ext uri="{BB962C8B-B14F-4D97-AF65-F5344CB8AC3E}">
        <p14:creationId xmlns:p14="http://schemas.microsoft.com/office/powerpoint/2010/main" val="37005133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99984B-6D91-4D16-86B6-8D6A840AB0F0}"/>
              </a:ext>
            </a:extLst>
          </p:cNvPr>
          <p:cNvSpPr>
            <a:spLocks noGrp="1"/>
          </p:cNvSpPr>
          <p:nvPr>
            <p:ph type="title"/>
          </p:nvPr>
        </p:nvSpPr>
        <p:spPr>
          <a:xfrm>
            <a:off x="6670110" y="2075331"/>
            <a:ext cx="5033027" cy="847409"/>
          </a:xfrm>
        </p:spPr>
        <p:txBody>
          <a:bodyPr>
            <a:normAutofit fontScale="90000"/>
          </a:bodyPr>
          <a:lstStyle/>
          <a:p>
            <a:pPr algn="ctr"/>
            <a:r>
              <a:rPr lang="en-US" sz="6000" dirty="0"/>
              <a:t>Thank You </a:t>
            </a:r>
          </a:p>
        </p:txBody>
      </p:sp>
    </p:spTree>
    <p:extLst>
      <p:ext uri="{BB962C8B-B14F-4D97-AF65-F5344CB8AC3E}">
        <p14:creationId xmlns:p14="http://schemas.microsoft.com/office/powerpoint/2010/main" val="381537055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lobalEdge-Capgemini">
  <a:themeElements>
    <a:clrScheme name="GlobalEdge -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93DD"/>
      </a:hlink>
      <a:folHlink>
        <a:srgbClr val="800080"/>
      </a:folHlink>
    </a:clrScheme>
    <a:fontScheme name="Official GlobalEdge">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68265" tIns="34134" rIns="68265" bIns="34134" rtlCol="0" anchor="ctr">
        <a:spAutoFit/>
      </a:bodyPr>
      <a:lstStyle>
        <a:defPPr marL="0" marR="0" indent="0" algn="ctr" defTabSz="682653" rtl="0" eaLnBrk="1" fontAlgn="auto" latinLnBrk="0" hangingPunct="1">
          <a:lnSpc>
            <a:spcPct val="100000"/>
          </a:lnSpc>
          <a:spcBef>
            <a:spcPts val="0"/>
          </a:spcBef>
          <a:spcAft>
            <a:spcPts val="0"/>
          </a:spcAft>
          <a:buClrTx/>
          <a:buSzTx/>
          <a:buFontTx/>
          <a:buNone/>
          <a:tabLst/>
          <a:defRPr kumimoji="0" sz="1800" b="0" i="1" u="none" strike="noStrike" kern="1200" cap="none" spc="0" normalizeH="0" baseline="0" noProof="0" dirty="0" smtClean="0">
            <a:ln>
              <a:noFill/>
            </a:ln>
            <a:solidFill>
              <a:srgbClr val="1F1A17"/>
            </a:solidFill>
            <a:effectLst/>
            <a:uLnTx/>
            <a:uFillTx/>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CAPID-TMPL-Presentation-v1.x.potx" id="{08087A0D-1DB0-41AA-B915-89583B14737C}" vid="{74730B91-75AE-4839-A7AB-FE0BA1D4EE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cg slide</Template>
  <TotalTime>18</TotalTime>
  <Words>8</Words>
  <Application>Microsoft Office PowerPoint</Application>
  <PresentationFormat>Widescreen</PresentationFormat>
  <Paragraphs>4</Paragraphs>
  <Slides>6</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7" baseType="lpstr">
      <vt:lpstr>Aptos</vt:lpstr>
      <vt:lpstr>Arial</vt:lpstr>
      <vt:lpstr>Calibri</vt:lpstr>
      <vt:lpstr>Century Gothic</vt:lpstr>
      <vt:lpstr>Segoe UI</vt:lpstr>
      <vt:lpstr>Times New Roman</vt:lpstr>
      <vt:lpstr>Ubuntu</vt:lpstr>
      <vt:lpstr>Wingdings</vt:lpstr>
      <vt:lpstr>Wingdings 2</vt:lpstr>
      <vt:lpstr>GlobalEdge-Capgemini</vt:lpstr>
      <vt:lpstr>think-cell Slide</vt:lpstr>
      <vt:lpstr>MESH STACK</vt:lpstr>
      <vt:lpstr>CONTENTS</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Bisoyi, Sanjib</dc:creator>
  <cp:lastModifiedBy>Bisoyi, Sanjib</cp:lastModifiedBy>
  <cp:revision>2</cp:revision>
  <dcterms:created xsi:type="dcterms:W3CDTF">2025-11-13T12:06:32Z</dcterms:created>
  <dcterms:modified xsi:type="dcterms:W3CDTF">2025-11-13T12:25:22Z</dcterms:modified>
</cp:coreProperties>
</file>